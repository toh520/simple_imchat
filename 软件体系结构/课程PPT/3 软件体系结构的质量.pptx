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87" r:id="rId1"/>
    <p:sldMasterId id="2147484200" r:id="rId2"/>
  </p:sldMasterIdLst>
  <p:notesMasterIdLst>
    <p:notesMasterId r:id="rId44"/>
  </p:notesMasterIdLst>
  <p:handoutMasterIdLst>
    <p:handoutMasterId r:id="rId45"/>
  </p:handoutMasterIdLst>
  <p:sldIdLst>
    <p:sldId id="256" r:id="rId3"/>
    <p:sldId id="882" r:id="rId4"/>
    <p:sldId id="958" r:id="rId5"/>
    <p:sldId id="959" r:id="rId6"/>
    <p:sldId id="960" r:id="rId7"/>
    <p:sldId id="961" r:id="rId8"/>
    <p:sldId id="962" r:id="rId9"/>
    <p:sldId id="963" r:id="rId10"/>
    <p:sldId id="935" r:id="rId11"/>
    <p:sldId id="964" r:id="rId12"/>
    <p:sldId id="965" r:id="rId13"/>
    <p:sldId id="966" r:id="rId14"/>
    <p:sldId id="968" r:id="rId15"/>
    <p:sldId id="967" r:id="rId16"/>
    <p:sldId id="969" r:id="rId17"/>
    <p:sldId id="970" r:id="rId18"/>
    <p:sldId id="971" r:id="rId19"/>
    <p:sldId id="972" r:id="rId20"/>
    <p:sldId id="973" r:id="rId21"/>
    <p:sldId id="974" r:id="rId22"/>
    <p:sldId id="976" r:id="rId23"/>
    <p:sldId id="977" r:id="rId24"/>
    <p:sldId id="978" r:id="rId25"/>
    <p:sldId id="979" r:id="rId26"/>
    <p:sldId id="975" r:id="rId27"/>
    <p:sldId id="981" r:id="rId28"/>
    <p:sldId id="980" r:id="rId29"/>
    <p:sldId id="982" r:id="rId30"/>
    <p:sldId id="941" r:id="rId31"/>
    <p:sldId id="983" r:id="rId32"/>
    <p:sldId id="955" r:id="rId33"/>
    <p:sldId id="984" r:id="rId34"/>
    <p:sldId id="985" r:id="rId35"/>
    <p:sldId id="986" r:id="rId36"/>
    <p:sldId id="987" r:id="rId37"/>
    <p:sldId id="989" r:id="rId38"/>
    <p:sldId id="990" r:id="rId39"/>
    <p:sldId id="991" r:id="rId40"/>
    <p:sldId id="957" r:id="rId41"/>
    <p:sldId id="992" r:id="rId42"/>
    <p:sldId id="993" r:id="rId43"/>
  </p:sldIdLst>
  <p:sldSz cx="9144000" cy="6858000" type="screen4x3"/>
  <p:notesSz cx="6797675" cy="9926638"/>
  <p:defaultTextStyle>
    <a:defPPr>
      <a:defRPr lang="zh-CN"/>
    </a:defPPr>
    <a:lvl1pPr algn="l" rtl="0" eaLnBrk="0" fontAlgn="base" hangingPunct="0">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6">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8080"/>
    <a:srgbClr val="6600CC"/>
    <a:srgbClr val="008000"/>
    <a:srgbClr val="990033"/>
    <a:srgbClr val="CC3300"/>
    <a:srgbClr val="FF3300"/>
    <a:srgbClr val="00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7" autoAdjust="0"/>
    <p:restoredTop sz="92033" autoAdjust="0"/>
  </p:normalViewPr>
  <p:slideViewPr>
    <p:cSldViewPr>
      <p:cViewPr varScale="1">
        <p:scale>
          <a:sx n="105" d="100"/>
          <a:sy n="105" d="100"/>
        </p:scale>
        <p:origin x="1116" y="4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5628"/>
    </p:cViewPr>
  </p:sorterViewPr>
  <p:notesViewPr>
    <p:cSldViewPr>
      <p:cViewPr>
        <p:scale>
          <a:sx n="50" d="100"/>
          <a:sy n="50" d="100"/>
        </p:scale>
        <p:origin x="-3252" y="-468"/>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3A974B3B-D62E-4EFA-99C2-8EAB54B02497}"/>
              </a:ext>
            </a:extLst>
          </p:cNvPr>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defRPr>
            </a:lvl1pPr>
          </a:lstStyle>
          <a:p>
            <a:pPr>
              <a:defRPr/>
            </a:pPr>
            <a:endParaRPr lang="en-US" altLang="zh-CN"/>
          </a:p>
        </p:txBody>
      </p:sp>
      <p:sp>
        <p:nvSpPr>
          <p:cNvPr id="79875" name="Rectangle 3">
            <a:extLst>
              <a:ext uri="{FF2B5EF4-FFF2-40B4-BE49-F238E27FC236}">
                <a16:creationId xmlns:a16="http://schemas.microsoft.com/office/drawing/2014/main" id="{86BB141A-572F-4F18-A86D-7F0E3231A777}"/>
              </a:ext>
            </a:extLst>
          </p:cNvPr>
          <p:cNvSpPr>
            <a:spLocks noGrp="1" noChangeArrowheads="1"/>
          </p:cNvSpPr>
          <p:nvPr>
            <p:ph type="dt" sz="quarter" idx="1"/>
          </p:nvPr>
        </p:nvSpPr>
        <p:spPr bwMode="auto">
          <a:xfrm>
            <a:off x="3851275"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defRPr>
            </a:lvl1pPr>
          </a:lstStyle>
          <a:p>
            <a:pPr>
              <a:defRPr/>
            </a:pPr>
            <a:endParaRPr lang="en-US" altLang="zh-CN"/>
          </a:p>
        </p:txBody>
      </p:sp>
      <p:sp>
        <p:nvSpPr>
          <p:cNvPr id="79876" name="Rectangle 4">
            <a:extLst>
              <a:ext uri="{FF2B5EF4-FFF2-40B4-BE49-F238E27FC236}">
                <a16:creationId xmlns:a16="http://schemas.microsoft.com/office/drawing/2014/main" id="{189B4DD2-0EEB-40A8-84C4-B2219775E9C5}"/>
              </a:ext>
            </a:extLst>
          </p:cNvPr>
          <p:cNvSpPr>
            <a:spLocks noGrp="1" noChangeArrowheads="1"/>
          </p:cNvSpPr>
          <p:nvPr>
            <p:ph type="ftr" sz="quarter" idx="2"/>
          </p:nvPr>
        </p:nvSpPr>
        <p:spPr bwMode="auto">
          <a:xfrm>
            <a:off x="0"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defRPr>
            </a:lvl1pPr>
          </a:lstStyle>
          <a:p>
            <a:pPr>
              <a:defRPr/>
            </a:pPr>
            <a:endParaRPr lang="en-US" altLang="zh-CN"/>
          </a:p>
        </p:txBody>
      </p:sp>
      <p:sp>
        <p:nvSpPr>
          <p:cNvPr id="79877" name="Rectangle 5">
            <a:extLst>
              <a:ext uri="{FF2B5EF4-FFF2-40B4-BE49-F238E27FC236}">
                <a16:creationId xmlns:a16="http://schemas.microsoft.com/office/drawing/2014/main" id="{9AEDCB96-7A4B-4133-B5B6-EB614FD316E1}"/>
              </a:ext>
            </a:extLst>
          </p:cNvPr>
          <p:cNvSpPr>
            <a:spLocks noGrp="1" noChangeArrowheads="1"/>
          </p:cNvSpPr>
          <p:nvPr>
            <p:ph type="sldNum" sz="quarter" idx="3"/>
          </p:nvPr>
        </p:nvSpPr>
        <p:spPr bwMode="auto">
          <a:xfrm>
            <a:off x="3851275"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defRPr>
            </a:lvl1pPr>
          </a:lstStyle>
          <a:p>
            <a:fld id="{007EBF89-9D9C-4D4B-BF2E-B3789C9A519A}" type="slidenum">
              <a:rPr lang="en-US" altLang="zh-CN"/>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C1AFD0F3-A6A3-4042-8B3D-BC359D1E7835}"/>
              </a:ext>
            </a:extLst>
          </p:cNvPr>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defRPr>
            </a:lvl1pPr>
          </a:lstStyle>
          <a:p>
            <a:pPr>
              <a:defRPr/>
            </a:pPr>
            <a:endParaRPr lang="en-US" altLang="zh-CN"/>
          </a:p>
        </p:txBody>
      </p:sp>
      <p:sp>
        <p:nvSpPr>
          <p:cNvPr id="81923" name="Rectangle 3">
            <a:extLst>
              <a:ext uri="{FF2B5EF4-FFF2-40B4-BE49-F238E27FC236}">
                <a16:creationId xmlns:a16="http://schemas.microsoft.com/office/drawing/2014/main" id="{E8E4C474-217F-403D-9938-BE7FF54F0C8C}"/>
              </a:ext>
            </a:extLst>
          </p:cNvPr>
          <p:cNvSpPr>
            <a:spLocks noGrp="1" noChangeArrowheads="1"/>
          </p:cNvSpPr>
          <p:nvPr>
            <p:ph type="dt" idx="1"/>
          </p:nvPr>
        </p:nvSpPr>
        <p:spPr bwMode="auto">
          <a:xfrm>
            <a:off x="3851275"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defRPr>
            </a:lvl1pPr>
          </a:lstStyle>
          <a:p>
            <a:pPr>
              <a:defRPr/>
            </a:pPr>
            <a:endParaRPr lang="en-US" altLang="zh-CN"/>
          </a:p>
        </p:txBody>
      </p:sp>
      <p:sp>
        <p:nvSpPr>
          <p:cNvPr id="50180" name="Rectangle 4">
            <a:extLst>
              <a:ext uri="{FF2B5EF4-FFF2-40B4-BE49-F238E27FC236}">
                <a16:creationId xmlns:a16="http://schemas.microsoft.com/office/drawing/2014/main" id="{50BD24BE-C95C-4960-A4C4-ED6D1800C063}"/>
              </a:ext>
            </a:extLst>
          </p:cNvPr>
          <p:cNvSpPr>
            <a:spLocks noGrp="1" noRot="1" noChangeAspect="1" noChangeArrowheads="1" noTextEdit="1"/>
          </p:cNvSpPr>
          <p:nvPr>
            <p:ph type="sldImg" idx="2"/>
          </p:nvPr>
        </p:nvSpPr>
        <p:spPr bwMode="auto">
          <a:xfrm>
            <a:off x="915988" y="744538"/>
            <a:ext cx="4965700"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5" name="Rectangle 5">
            <a:extLst>
              <a:ext uri="{FF2B5EF4-FFF2-40B4-BE49-F238E27FC236}">
                <a16:creationId xmlns:a16="http://schemas.microsoft.com/office/drawing/2014/main" id="{8C8EB130-1072-4A8F-A5EE-8C528E1444AF}"/>
              </a:ext>
            </a:extLst>
          </p:cNvPr>
          <p:cNvSpPr>
            <a:spLocks noGrp="1" noChangeArrowheads="1"/>
          </p:cNvSpPr>
          <p:nvPr>
            <p:ph type="body" sz="quarter" idx="3"/>
          </p:nvPr>
        </p:nvSpPr>
        <p:spPr bwMode="auto">
          <a:xfrm>
            <a:off x="906463" y="4714875"/>
            <a:ext cx="4984750" cy="4467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81926" name="Rectangle 6">
            <a:extLst>
              <a:ext uri="{FF2B5EF4-FFF2-40B4-BE49-F238E27FC236}">
                <a16:creationId xmlns:a16="http://schemas.microsoft.com/office/drawing/2014/main" id="{3FE9890E-EAC2-42DE-A95C-62F43117A751}"/>
              </a:ext>
            </a:extLst>
          </p:cNvPr>
          <p:cNvSpPr>
            <a:spLocks noGrp="1" noChangeArrowheads="1"/>
          </p:cNvSpPr>
          <p:nvPr>
            <p:ph type="ftr" sz="quarter" idx="4"/>
          </p:nvPr>
        </p:nvSpPr>
        <p:spPr bwMode="auto">
          <a:xfrm>
            <a:off x="0"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defRPr>
            </a:lvl1pPr>
          </a:lstStyle>
          <a:p>
            <a:pPr>
              <a:defRPr/>
            </a:pPr>
            <a:endParaRPr lang="en-US" altLang="zh-CN"/>
          </a:p>
        </p:txBody>
      </p:sp>
      <p:sp>
        <p:nvSpPr>
          <p:cNvPr id="81927" name="Rectangle 7">
            <a:extLst>
              <a:ext uri="{FF2B5EF4-FFF2-40B4-BE49-F238E27FC236}">
                <a16:creationId xmlns:a16="http://schemas.microsoft.com/office/drawing/2014/main" id="{5B5E91BB-7126-4D86-8765-B5F43E776C13}"/>
              </a:ext>
            </a:extLst>
          </p:cNvPr>
          <p:cNvSpPr>
            <a:spLocks noGrp="1" noChangeArrowheads="1"/>
          </p:cNvSpPr>
          <p:nvPr>
            <p:ph type="sldNum" sz="quarter" idx="5"/>
          </p:nvPr>
        </p:nvSpPr>
        <p:spPr bwMode="auto">
          <a:xfrm>
            <a:off x="3851275"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defRPr>
            </a:lvl1pPr>
          </a:lstStyle>
          <a:p>
            <a:fld id="{E2443FB0-C9D2-4871-BDBB-05460E8EF150}"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a:extLst>
              <a:ext uri="{FF2B5EF4-FFF2-40B4-BE49-F238E27FC236}">
                <a16:creationId xmlns:a16="http://schemas.microsoft.com/office/drawing/2014/main" id="{6F0E40EA-0E97-4AD3-BE07-0CC846543871}"/>
              </a:ext>
            </a:extLst>
          </p:cNvPr>
          <p:cNvSpPr>
            <a:spLocks noGrp="1" noRot="1" noChangeAspect="1" noTextEdit="1"/>
          </p:cNvSpPr>
          <p:nvPr>
            <p:ph type="sldImg"/>
          </p:nvPr>
        </p:nvSpPr>
        <p:spPr>
          <a:xfrm>
            <a:off x="917575" y="744538"/>
            <a:ext cx="4962525" cy="3722687"/>
          </a:xfrm>
          <a:ln/>
        </p:spPr>
      </p:sp>
      <p:sp>
        <p:nvSpPr>
          <p:cNvPr id="51203" name="备注占位符 2">
            <a:extLst>
              <a:ext uri="{FF2B5EF4-FFF2-40B4-BE49-F238E27FC236}">
                <a16:creationId xmlns:a16="http://schemas.microsoft.com/office/drawing/2014/main" id="{2B6550D7-1764-4CB6-8EDA-6ADA315404B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204" name="灯片编号占位符 3">
            <a:extLst>
              <a:ext uri="{FF2B5EF4-FFF2-40B4-BE49-F238E27FC236}">
                <a16:creationId xmlns:a16="http://schemas.microsoft.com/office/drawing/2014/main" id="{A621CF7C-FB2C-4C1F-B526-4E6FCB5285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BB5DBED2-BC67-436E-AC06-A9565278E9A3}" type="slidenum">
              <a:rPr lang="en-US" altLang="zh-CN">
                <a:latin typeface="Times New Roman" panose="02020603050405020304" pitchFamily="18" charset="0"/>
              </a:rPr>
              <a:pPr/>
              <a:t>9</a:t>
            </a:fld>
            <a:endParaRPr lang="en-US" altLang="zh-CN">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FCE27F66-E7E7-4EA6-AAA9-FE58D3D34853}"/>
              </a:ext>
            </a:extLst>
          </p:cNvPr>
          <p:cNvGrpSpPr>
            <a:grpSpLocks/>
          </p:cNvGrpSpPr>
          <p:nvPr/>
        </p:nvGrpSpPr>
        <p:grpSpPr bwMode="auto">
          <a:xfrm>
            <a:off x="0" y="0"/>
            <a:ext cx="9144000" cy="6858000"/>
            <a:chOff x="0" y="0"/>
            <a:chExt cx="5760" cy="4320"/>
          </a:xfrm>
        </p:grpSpPr>
        <p:sp>
          <p:nvSpPr>
            <p:cNvPr id="5" name="Rectangle 3">
              <a:extLst>
                <a:ext uri="{FF2B5EF4-FFF2-40B4-BE49-F238E27FC236}">
                  <a16:creationId xmlns:a16="http://schemas.microsoft.com/office/drawing/2014/main" id="{DCBE4D34-5030-4959-B19A-4658EC188D5E}"/>
                </a:ext>
              </a:extLst>
            </p:cNvPr>
            <p:cNvSpPr>
              <a:spLocks noChangeArrowheads="1"/>
            </p:cNvSpPr>
            <p:nvPr/>
          </p:nvSpPr>
          <p:spPr bwMode="auto">
            <a:xfrm>
              <a:off x="0" y="0"/>
              <a:ext cx="2208" cy="432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2400">
                <a:latin typeface="Times New Roman" panose="02020603050405020304" pitchFamily="18" charset="0"/>
              </a:endParaRPr>
            </a:p>
          </p:txBody>
        </p:sp>
        <p:sp>
          <p:nvSpPr>
            <p:cNvPr id="6" name="Rectangle 4">
              <a:extLst>
                <a:ext uri="{FF2B5EF4-FFF2-40B4-BE49-F238E27FC236}">
                  <a16:creationId xmlns:a16="http://schemas.microsoft.com/office/drawing/2014/main" id="{6F204C79-3C60-41F1-81F7-0C40A30A257F}"/>
                </a:ext>
              </a:extLst>
            </p:cNvPr>
            <p:cNvSpPr>
              <a:spLocks noChangeArrowheads="1"/>
            </p:cNvSpPr>
            <p:nvPr/>
          </p:nvSpPr>
          <p:spPr bwMode="auto">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2400">
                <a:latin typeface="Times New Roman" panose="02020603050405020304" pitchFamily="18" charset="0"/>
              </a:endParaRPr>
            </a:p>
          </p:txBody>
        </p:sp>
        <p:grpSp>
          <p:nvGrpSpPr>
            <p:cNvPr id="7" name="Group 5">
              <a:extLst>
                <a:ext uri="{FF2B5EF4-FFF2-40B4-BE49-F238E27FC236}">
                  <a16:creationId xmlns:a16="http://schemas.microsoft.com/office/drawing/2014/main" id="{B6B3E46B-411D-4D90-9624-17B1B84A61B0}"/>
                </a:ext>
              </a:extLst>
            </p:cNvPr>
            <p:cNvGrpSpPr>
              <a:grpSpLocks/>
            </p:cNvGrpSpPr>
            <p:nvPr/>
          </p:nvGrpSpPr>
          <p:grpSpPr bwMode="auto">
            <a:xfrm>
              <a:off x="0" y="672"/>
              <a:ext cx="1806" cy="1989"/>
              <a:chOff x="0" y="0"/>
              <a:chExt cx="1806" cy="1989"/>
            </a:xfrm>
          </p:grpSpPr>
          <p:sp>
            <p:nvSpPr>
              <p:cNvPr id="8" name="Rectangle 6">
                <a:extLst>
                  <a:ext uri="{FF2B5EF4-FFF2-40B4-BE49-F238E27FC236}">
                    <a16:creationId xmlns:a16="http://schemas.microsoft.com/office/drawing/2014/main" id="{37F1505F-26C6-42B0-9AB7-5F3D6937DD82}"/>
                  </a:ext>
                </a:extLst>
              </p:cNvPr>
              <p:cNvSpPr>
                <a:spLocks noChangeArrowheads="1"/>
              </p:cNvSpPr>
              <p:nvPr userDrawn="1"/>
            </p:nvSpPr>
            <p:spPr bwMode="auto">
              <a:xfrm>
                <a:off x="361" y="1585"/>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2400">
                  <a:latin typeface="Times New Roman" panose="02020603050405020304" pitchFamily="18" charset="0"/>
                </a:endParaRPr>
              </a:p>
            </p:txBody>
          </p:sp>
          <p:sp>
            <p:nvSpPr>
              <p:cNvPr id="9" name="Rectangle 7">
                <a:extLst>
                  <a:ext uri="{FF2B5EF4-FFF2-40B4-BE49-F238E27FC236}">
                    <a16:creationId xmlns:a16="http://schemas.microsoft.com/office/drawing/2014/main" id="{664A433E-944F-45DB-90BC-1CDAE6876F95}"/>
                  </a:ext>
                </a:extLst>
              </p:cNvPr>
              <p:cNvSpPr>
                <a:spLocks noChangeArrowheads="1"/>
              </p:cNvSpPr>
              <p:nvPr userDrawn="1"/>
            </p:nvSpPr>
            <p:spPr bwMode="auto">
              <a:xfrm>
                <a:off x="1081" y="393"/>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2400">
                  <a:latin typeface="Times New Roman" panose="02020603050405020304" pitchFamily="18" charset="0"/>
                </a:endParaRPr>
              </a:p>
            </p:txBody>
          </p:sp>
          <p:sp>
            <p:nvSpPr>
              <p:cNvPr id="10" name="Rectangle 8">
                <a:extLst>
                  <a:ext uri="{FF2B5EF4-FFF2-40B4-BE49-F238E27FC236}">
                    <a16:creationId xmlns:a16="http://schemas.microsoft.com/office/drawing/2014/main" id="{106CEC03-C629-42FC-9C02-B06365DAFC77}"/>
                  </a:ext>
                </a:extLst>
              </p:cNvPr>
              <p:cNvSpPr>
                <a:spLocks noChangeArrowheads="1"/>
              </p:cNvSpPr>
              <p:nvPr userDrawn="1"/>
            </p:nvSpPr>
            <p:spPr bwMode="auto">
              <a:xfrm>
                <a:off x="1437" y="0"/>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2400">
                  <a:latin typeface="Times New Roman" panose="02020603050405020304" pitchFamily="18" charset="0"/>
                </a:endParaRPr>
              </a:p>
            </p:txBody>
          </p:sp>
          <p:sp>
            <p:nvSpPr>
              <p:cNvPr id="11" name="Rectangle 9">
                <a:extLst>
                  <a:ext uri="{FF2B5EF4-FFF2-40B4-BE49-F238E27FC236}">
                    <a16:creationId xmlns:a16="http://schemas.microsoft.com/office/drawing/2014/main" id="{404590EA-7474-420C-94E5-6797597BE075}"/>
                  </a:ext>
                </a:extLst>
              </p:cNvPr>
              <p:cNvSpPr>
                <a:spLocks noChangeArrowheads="1"/>
              </p:cNvSpPr>
              <p:nvPr userDrawn="1"/>
            </p:nvSpPr>
            <p:spPr bwMode="auto">
              <a:xfrm>
                <a:off x="719" y="1585"/>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2400">
                  <a:latin typeface="Times New Roman" panose="02020603050405020304" pitchFamily="18" charset="0"/>
                </a:endParaRPr>
              </a:p>
            </p:txBody>
          </p:sp>
          <p:sp>
            <p:nvSpPr>
              <p:cNvPr id="12" name="Rectangle 10">
                <a:extLst>
                  <a:ext uri="{FF2B5EF4-FFF2-40B4-BE49-F238E27FC236}">
                    <a16:creationId xmlns:a16="http://schemas.microsoft.com/office/drawing/2014/main" id="{B9120EDD-B626-4AA9-8B76-04F04D52EC48}"/>
                  </a:ext>
                </a:extLst>
              </p:cNvPr>
              <p:cNvSpPr>
                <a:spLocks noChangeArrowheads="1"/>
              </p:cNvSpPr>
              <p:nvPr userDrawn="1"/>
            </p:nvSpPr>
            <p:spPr bwMode="auto">
              <a:xfrm>
                <a:off x="1437" y="393"/>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2400">
                  <a:latin typeface="Times New Roman" panose="02020603050405020304" pitchFamily="18" charset="0"/>
                </a:endParaRPr>
              </a:p>
            </p:txBody>
          </p:sp>
          <p:sp>
            <p:nvSpPr>
              <p:cNvPr id="13" name="Rectangle 11">
                <a:extLst>
                  <a:ext uri="{FF2B5EF4-FFF2-40B4-BE49-F238E27FC236}">
                    <a16:creationId xmlns:a16="http://schemas.microsoft.com/office/drawing/2014/main" id="{F3E0012A-B86A-487E-8748-473EAC41F46F}"/>
                  </a:ext>
                </a:extLst>
              </p:cNvPr>
              <p:cNvSpPr>
                <a:spLocks noChangeArrowheads="1"/>
              </p:cNvSpPr>
              <p:nvPr userDrawn="1"/>
            </p:nvSpPr>
            <p:spPr bwMode="auto">
              <a:xfrm>
                <a:off x="719" y="792"/>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2400">
                  <a:latin typeface="Times New Roman" panose="02020603050405020304" pitchFamily="18" charset="0"/>
                </a:endParaRPr>
              </a:p>
            </p:txBody>
          </p:sp>
          <p:sp>
            <p:nvSpPr>
              <p:cNvPr id="14" name="Rectangle 12">
                <a:extLst>
                  <a:ext uri="{FF2B5EF4-FFF2-40B4-BE49-F238E27FC236}">
                    <a16:creationId xmlns:a16="http://schemas.microsoft.com/office/drawing/2014/main" id="{0576B4B0-CA98-4F23-BB4F-2EB6F8EBBAB6}"/>
                  </a:ext>
                </a:extLst>
              </p:cNvPr>
              <p:cNvSpPr>
                <a:spLocks noChangeArrowheads="1"/>
              </p:cNvSpPr>
              <p:nvPr userDrawn="1"/>
            </p:nvSpPr>
            <p:spPr bwMode="auto">
              <a:xfrm>
                <a:off x="0" y="792"/>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2400">
                  <a:latin typeface="Times New Roman" panose="02020603050405020304" pitchFamily="18" charset="0"/>
                </a:endParaRPr>
              </a:p>
            </p:txBody>
          </p:sp>
          <p:sp>
            <p:nvSpPr>
              <p:cNvPr id="15" name="Rectangle 13">
                <a:extLst>
                  <a:ext uri="{FF2B5EF4-FFF2-40B4-BE49-F238E27FC236}">
                    <a16:creationId xmlns:a16="http://schemas.microsoft.com/office/drawing/2014/main" id="{D76E7D83-5CC0-4C26-81D9-72221467457D}"/>
                  </a:ext>
                </a:extLst>
              </p:cNvPr>
              <p:cNvSpPr>
                <a:spLocks noChangeArrowheads="1"/>
              </p:cNvSpPr>
              <p:nvPr userDrawn="1"/>
            </p:nvSpPr>
            <p:spPr bwMode="auto">
              <a:xfrm>
                <a:off x="1081" y="792"/>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2400">
                  <a:latin typeface="Times New Roman" panose="02020603050405020304" pitchFamily="18" charset="0"/>
                </a:endParaRPr>
              </a:p>
            </p:txBody>
          </p:sp>
          <p:sp>
            <p:nvSpPr>
              <p:cNvPr id="16" name="Rectangle 14">
                <a:extLst>
                  <a:ext uri="{FF2B5EF4-FFF2-40B4-BE49-F238E27FC236}">
                    <a16:creationId xmlns:a16="http://schemas.microsoft.com/office/drawing/2014/main" id="{D00DB5E2-F140-4282-B6D0-1ED42D5B4B8F}"/>
                  </a:ext>
                </a:extLst>
              </p:cNvPr>
              <p:cNvSpPr>
                <a:spLocks noChangeArrowheads="1"/>
              </p:cNvSpPr>
              <p:nvPr userDrawn="1"/>
            </p:nvSpPr>
            <p:spPr bwMode="auto">
              <a:xfrm>
                <a:off x="361" y="1185"/>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2400">
                  <a:latin typeface="Times New Roman" panose="02020603050405020304" pitchFamily="18" charset="0"/>
                </a:endParaRPr>
              </a:p>
            </p:txBody>
          </p:sp>
          <p:sp>
            <p:nvSpPr>
              <p:cNvPr id="17" name="Rectangle 15">
                <a:extLst>
                  <a:ext uri="{FF2B5EF4-FFF2-40B4-BE49-F238E27FC236}">
                    <a16:creationId xmlns:a16="http://schemas.microsoft.com/office/drawing/2014/main" id="{D21BA36F-E826-49A3-BDA3-A7C967911FED}"/>
                  </a:ext>
                </a:extLst>
              </p:cNvPr>
              <p:cNvSpPr>
                <a:spLocks noChangeArrowheads="1"/>
              </p:cNvSpPr>
              <p:nvPr userDrawn="1"/>
            </p:nvSpPr>
            <p:spPr bwMode="auto">
              <a:xfrm>
                <a:off x="719" y="1185"/>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2400">
                  <a:latin typeface="Times New Roman" panose="02020603050405020304" pitchFamily="18" charset="0"/>
                </a:endParaRPr>
              </a:p>
            </p:txBody>
          </p:sp>
        </p:grpSp>
      </p:grpSp>
      <p:sp>
        <p:nvSpPr>
          <p:cNvPr id="2067" name="Rectangle 19"/>
          <p:cNvSpPr>
            <a:spLocks noGrp="1" noChangeArrowheads="1"/>
          </p:cNvSpPr>
          <p:nvPr>
            <p:ph type="ctrTitle"/>
          </p:nvPr>
        </p:nvSpPr>
        <p:spPr>
          <a:xfrm>
            <a:off x="2971800" y="1828800"/>
            <a:ext cx="6019800" cy="2209800"/>
          </a:xfrm>
        </p:spPr>
        <p:txBody>
          <a:bodyPr/>
          <a:lstStyle>
            <a:lvl1pPr>
              <a:defRPr sz="5000" b="0">
                <a:solidFill>
                  <a:srgbClr val="FFFFFF"/>
                </a:solidFill>
              </a:defRPr>
            </a:lvl1pPr>
          </a:lstStyle>
          <a:p>
            <a:pPr lvl="0"/>
            <a:r>
              <a:rPr lang="zh-CN" altLang="en-US" noProof="0"/>
              <a:t>单击此处编辑母版标题样式</a:t>
            </a:r>
            <a:endParaRPr lang="en-US" altLang="zh-CN" noProof="0"/>
          </a:p>
        </p:txBody>
      </p:sp>
      <p:sp>
        <p:nvSpPr>
          <p:cNvPr id="2068"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b="0"/>
            </a:lvl1pPr>
          </a:lstStyle>
          <a:p>
            <a:pPr lvl="0"/>
            <a:r>
              <a:rPr lang="zh-CN" altLang="en-US" noProof="0"/>
              <a:t>单击此处编辑母版副标题样式</a:t>
            </a:r>
            <a:endParaRPr lang="en-US" altLang="zh-CN" noProof="0"/>
          </a:p>
        </p:txBody>
      </p:sp>
      <p:sp>
        <p:nvSpPr>
          <p:cNvPr id="18" name="Rectangle 16">
            <a:extLst>
              <a:ext uri="{FF2B5EF4-FFF2-40B4-BE49-F238E27FC236}">
                <a16:creationId xmlns:a16="http://schemas.microsoft.com/office/drawing/2014/main" id="{7C21822D-FB8C-495C-BD88-E5CC408DC61F}"/>
              </a:ext>
            </a:extLst>
          </p:cNvPr>
          <p:cNvSpPr>
            <a:spLocks noGrp="1" noChangeArrowheads="1"/>
          </p:cNvSpPr>
          <p:nvPr>
            <p:ph type="dt" sz="half" idx="10"/>
          </p:nvPr>
        </p:nvSpPr>
        <p:spPr>
          <a:xfrm>
            <a:off x="457200" y="6248400"/>
            <a:ext cx="2133600" cy="457200"/>
          </a:xfrm>
        </p:spPr>
        <p:txBody>
          <a:bodyPr/>
          <a:lstStyle>
            <a:lvl1pPr>
              <a:defRPr/>
            </a:lvl1pPr>
          </a:lstStyle>
          <a:p>
            <a:pPr>
              <a:defRPr/>
            </a:pPr>
            <a:fld id="{2D2BBD7C-92E7-4AC6-A9E9-70BE5AA81BC8}" type="datetime1">
              <a:rPr lang="zh-CN" altLang="en-US"/>
              <a:pPr>
                <a:defRPr/>
              </a:pPr>
              <a:t>2021/6/24</a:t>
            </a:fld>
            <a:endParaRPr lang="en-US" altLang="zh-CN"/>
          </a:p>
        </p:txBody>
      </p:sp>
      <p:sp>
        <p:nvSpPr>
          <p:cNvPr id="19" name="Rectangle 17">
            <a:extLst>
              <a:ext uri="{FF2B5EF4-FFF2-40B4-BE49-F238E27FC236}">
                <a16:creationId xmlns:a16="http://schemas.microsoft.com/office/drawing/2014/main" id="{51E62F97-EDAA-48F7-99F7-49776C44AFEE}"/>
              </a:ext>
            </a:extLst>
          </p:cNvPr>
          <p:cNvSpPr>
            <a:spLocks noGrp="1" noChangeArrowheads="1"/>
          </p:cNvSpPr>
          <p:nvPr>
            <p:ph type="ftr" sz="quarter" idx="11"/>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eaLnBrk="1" hangingPunct="1">
              <a:buFontTx/>
              <a:buNone/>
              <a:defRPr sz="1200" b="1"/>
            </a:lvl1pPr>
          </a:lstStyle>
          <a:p>
            <a:pPr>
              <a:defRPr/>
            </a:pPr>
            <a:r>
              <a:rPr lang="zh-CN" altLang="en-US"/>
              <a:t>© liqianmu@126.com</a:t>
            </a:r>
            <a:endParaRPr lang="en-US" altLang="zh-CN"/>
          </a:p>
        </p:txBody>
      </p:sp>
      <p:sp>
        <p:nvSpPr>
          <p:cNvPr id="20" name="Rectangle 18">
            <a:extLst>
              <a:ext uri="{FF2B5EF4-FFF2-40B4-BE49-F238E27FC236}">
                <a16:creationId xmlns:a16="http://schemas.microsoft.com/office/drawing/2014/main" id="{179716E3-144B-4A46-A0F8-CA853BDAAF1B}"/>
              </a:ext>
            </a:extLst>
          </p:cNvPr>
          <p:cNvSpPr>
            <a:spLocks noGrp="1" noChangeArrowheads="1"/>
          </p:cNvSpPr>
          <p:nvPr>
            <p:ph type="sldNum" sz="quarter" idx="12"/>
          </p:nvPr>
        </p:nvSpPr>
        <p:spPr/>
        <p:txBody>
          <a:bodyPr/>
          <a:lstStyle>
            <a:lvl1pPr>
              <a:defRPr/>
            </a:lvl1pPr>
          </a:lstStyle>
          <a:p>
            <a:pPr>
              <a:defRPr/>
            </a:pPr>
            <a:fld id="{86F31364-61F4-46DF-90CB-52D201DFD8DF}" type="slidenum">
              <a:rPr lang="zh-CN" altLang="en-US"/>
              <a:pPr>
                <a:defRPr/>
              </a:pPr>
              <a:t>‹#›</a:t>
            </a:fld>
            <a:endParaRPr lang="en-US" altLang="zh-CN"/>
          </a:p>
        </p:txBody>
      </p:sp>
    </p:spTree>
    <p:extLst>
      <p:ext uri="{BB962C8B-B14F-4D97-AF65-F5344CB8AC3E}">
        <p14:creationId xmlns:p14="http://schemas.microsoft.com/office/powerpoint/2010/main" val="3567015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2">
            <a:extLst>
              <a:ext uri="{FF2B5EF4-FFF2-40B4-BE49-F238E27FC236}">
                <a16:creationId xmlns:a16="http://schemas.microsoft.com/office/drawing/2014/main" id="{02FF8ECF-31EB-41E6-9326-EDB7B0F80A54}"/>
              </a:ext>
            </a:extLst>
          </p:cNvPr>
          <p:cNvSpPr>
            <a:spLocks noGrp="1" noChangeArrowheads="1"/>
          </p:cNvSpPr>
          <p:nvPr>
            <p:ph type="sldNum" sz="quarter" idx="10"/>
          </p:nvPr>
        </p:nvSpPr>
        <p:spPr>
          <a:ln/>
        </p:spPr>
        <p:txBody>
          <a:bodyPr/>
          <a:lstStyle>
            <a:lvl1pPr>
              <a:defRPr/>
            </a:lvl1pPr>
          </a:lstStyle>
          <a:p>
            <a:pPr>
              <a:defRPr/>
            </a:pPr>
            <a:fld id="{5C0EB545-5C4A-4DFC-9900-EA607D0DD04A}" type="slidenum">
              <a:rPr lang="zh-CN" altLang="en-US"/>
              <a:pPr>
                <a:defRPr/>
              </a:pPr>
              <a:t>‹#›</a:t>
            </a:fld>
            <a:endParaRPr lang="en-US" altLang="zh-CN"/>
          </a:p>
        </p:txBody>
      </p:sp>
      <p:sp>
        <p:nvSpPr>
          <p:cNvPr id="5" name="Rectangle 15">
            <a:extLst>
              <a:ext uri="{FF2B5EF4-FFF2-40B4-BE49-F238E27FC236}">
                <a16:creationId xmlns:a16="http://schemas.microsoft.com/office/drawing/2014/main" id="{6A4112E3-DEC7-4390-AB2E-F66EA3F4DA40}"/>
              </a:ext>
            </a:extLst>
          </p:cNvPr>
          <p:cNvSpPr>
            <a:spLocks noGrp="1" noChangeArrowheads="1"/>
          </p:cNvSpPr>
          <p:nvPr>
            <p:ph type="dt" sz="half" idx="11"/>
          </p:nvPr>
        </p:nvSpPr>
        <p:spPr>
          <a:ln/>
        </p:spPr>
        <p:txBody>
          <a:bodyPr/>
          <a:lstStyle>
            <a:lvl1pPr>
              <a:defRPr/>
            </a:lvl1pPr>
          </a:lstStyle>
          <a:p>
            <a:pPr>
              <a:defRPr/>
            </a:pPr>
            <a:fld id="{E37E7D05-8323-4748-BD51-33500BBD0FD1}" type="datetime1">
              <a:rPr lang="zh-CN" altLang="en-US"/>
              <a:pPr>
                <a:defRPr/>
              </a:pPr>
              <a:t>2021/6/24</a:t>
            </a:fld>
            <a:endParaRPr lang="en-US" altLang="zh-CN"/>
          </a:p>
        </p:txBody>
      </p:sp>
    </p:spTree>
    <p:extLst>
      <p:ext uri="{BB962C8B-B14F-4D97-AF65-F5344CB8AC3E}">
        <p14:creationId xmlns:p14="http://schemas.microsoft.com/office/powerpoint/2010/main" val="1751073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编辑母版文本样式</a:t>
            </a:r>
          </a:p>
        </p:txBody>
      </p:sp>
      <p:sp>
        <p:nvSpPr>
          <p:cNvPr id="4" name="Rectangle 2">
            <a:extLst>
              <a:ext uri="{FF2B5EF4-FFF2-40B4-BE49-F238E27FC236}">
                <a16:creationId xmlns:a16="http://schemas.microsoft.com/office/drawing/2014/main" id="{C1C42C68-9AC6-4644-956B-AC98453A23F2}"/>
              </a:ext>
            </a:extLst>
          </p:cNvPr>
          <p:cNvSpPr>
            <a:spLocks noGrp="1" noChangeArrowheads="1"/>
          </p:cNvSpPr>
          <p:nvPr>
            <p:ph type="sldNum" sz="quarter" idx="10"/>
          </p:nvPr>
        </p:nvSpPr>
        <p:spPr>
          <a:ln/>
        </p:spPr>
        <p:txBody>
          <a:bodyPr/>
          <a:lstStyle>
            <a:lvl1pPr>
              <a:defRPr/>
            </a:lvl1pPr>
          </a:lstStyle>
          <a:p>
            <a:pPr>
              <a:defRPr/>
            </a:pPr>
            <a:fld id="{C8A29594-B4DF-4EAA-BA70-A41C6B0474FA}" type="slidenum">
              <a:rPr lang="zh-CN" altLang="en-US"/>
              <a:pPr>
                <a:defRPr/>
              </a:pPr>
              <a:t>‹#›</a:t>
            </a:fld>
            <a:endParaRPr lang="en-US" altLang="zh-CN"/>
          </a:p>
        </p:txBody>
      </p:sp>
      <p:sp>
        <p:nvSpPr>
          <p:cNvPr id="5" name="Rectangle 15">
            <a:extLst>
              <a:ext uri="{FF2B5EF4-FFF2-40B4-BE49-F238E27FC236}">
                <a16:creationId xmlns:a16="http://schemas.microsoft.com/office/drawing/2014/main" id="{C8B4B3E3-EC82-4356-802D-01A4B31ACC89}"/>
              </a:ext>
            </a:extLst>
          </p:cNvPr>
          <p:cNvSpPr>
            <a:spLocks noGrp="1" noChangeArrowheads="1"/>
          </p:cNvSpPr>
          <p:nvPr>
            <p:ph type="dt" sz="half" idx="11"/>
          </p:nvPr>
        </p:nvSpPr>
        <p:spPr>
          <a:ln/>
        </p:spPr>
        <p:txBody>
          <a:bodyPr/>
          <a:lstStyle>
            <a:lvl1pPr>
              <a:defRPr/>
            </a:lvl1pPr>
          </a:lstStyle>
          <a:p>
            <a:pPr>
              <a:defRPr/>
            </a:pPr>
            <a:fld id="{6E2A995F-542B-4089-9D50-0FBB8BD464A4}" type="datetime1">
              <a:rPr lang="zh-CN" altLang="en-US"/>
              <a:pPr>
                <a:defRPr/>
              </a:pPr>
              <a:t>2021/6/24</a:t>
            </a:fld>
            <a:endParaRPr lang="en-US" altLang="zh-CN"/>
          </a:p>
        </p:txBody>
      </p:sp>
    </p:spTree>
    <p:extLst>
      <p:ext uri="{BB962C8B-B14F-4D97-AF65-F5344CB8AC3E}">
        <p14:creationId xmlns:p14="http://schemas.microsoft.com/office/powerpoint/2010/main" val="514349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981200"/>
            <a:ext cx="4038600" cy="3886200"/>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981200"/>
            <a:ext cx="4038600" cy="3886200"/>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2">
            <a:extLst>
              <a:ext uri="{FF2B5EF4-FFF2-40B4-BE49-F238E27FC236}">
                <a16:creationId xmlns:a16="http://schemas.microsoft.com/office/drawing/2014/main" id="{9095A218-A5EA-46E5-BAAB-299E5541415E}"/>
              </a:ext>
            </a:extLst>
          </p:cNvPr>
          <p:cNvSpPr>
            <a:spLocks noGrp="1" noChangeArrowheads="1"/>
          </p:cNvSpPr>
          <p:nvPr>
            <p:ph type="sldNum" sz="quarter" idx="10"/>
          </p:nvPr>
        </p:nvSpPr>
        <p:spPr>
          <a:ln/>
        </p:spPr>
        <p:txBody>
          <a:bodyPr/>
          <a:lstStyle>
            <a:lvl1pPr>
              <a:defRPr/>
            </a:lvl1pPr>
          </a:lstStyle>
          <a:p>
            <a:pPr>
              <a:defRPr/>
            </a:pPr>
            <a:fld id="{A93BA770-FDF0-4C32-BCD3-33F9A92EB365}" type="slidenum">
              <a:rPr lang="zh-CN" altLang="en-US"/>
              <a:pPr>
                <a:defRPr/>
              </a:pPr>
              <a:t>‹#›</a:t>
            </a:fld>
            <a:endParaRPr lang="en-US" altLang="zh-CN"/>
          </a:p>
        </p:txBody>
      </p:sp>
      <p:sp>
        <p:nvSpPr>
          <p:cNvPr id="6" name="Rectangle 15">
            <a:extLst>
              <a:ext uri="{FF2B5EF4-FFF2-40B4-BE49-F238E27FC236}">
                <a16:creationId xmlns:a16="http://schemas.microsoft.com/office/drawing/2014/main" id="{F515FF09-79FB-4206-A411-0C0949FE9F23}"/>
              </a:ext>
            </a:extLst>
          </p:cNvPr>
          <p:cNvSpPr>
            <a:spLocks noGrp="1" noChangeArrowheads="1"/>
          </p:cNvSpPr>
          <p:nvPr>
            <p:ph type="dt" sz="half" idx="11"/>
          </p:nvPr>
        </p:nvSpPr>
        <p:spPr>
          <a:ln/>
        </p:spPr>
        <p:txBody>
          <a:bodyPr/>
          <a:lstStyle>
            <a:lvl1pPr>
              <a:defRPr/>
            </a:lvl1pPr>
          </a:lstStyle>
          <a:p>
            <a:pPr>
              <a:defRPr/>
            </a:pPr>
            <a:fld id="{24D393BF-DD2E-4337-8089-E5443CEC5FF2}" type="datetime1">
              <a:rPr lang="zh-CN" altLang="en-US"/>
              <a:pPr>
                <a:defRPr/>
              </a:pPr>
              <a:t>2021/6/24</a:t>
            </a:fld>
            <a:endParaRPr lang="en-US" altLang="zh-CN"/>
          </a:p>
        </p:txBody>
      </p:sp>
    </p:spTree>
    <p:extLst>
      <p:ext uri="{BB962C8B-B14F-4D97-AF65-F5344CB8AC3E}">
        <p14:creationId xmlns:p14="http://schemas.microsoft.com/office/powerpoint/2010/main" val="4277638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2">
            <a:extLst>
              <a:ext uri="{FF2B5EF4-FFF2-40B4-BE49-F238E27FC236}">
                <a16:creationId xmlns:a16="http://schemas.microsoft.com/office/drawing/2014/main" id="{F7A8386A-0749-465C-8F62-C830CE6B8736}"/>
              </a:ext>
            </a:extLst>
          </p:cNvPr>
          <p:cNvSpPr>
            <a:spLocks noGrp="1" noChangeArrowheads="1"/>
          </p:cNvSpPr>
          <p:nvPr>
            <p:ph type="sldNum" sz="quarter" idx="10"/>
          </p:nvPr>
        </p:nvSpPr>
        <p:spPr>
          <a:ln/>
        </p:spPr>
        <p:txBody>
          <a:bodyPr/>
          <a:lstStyle>
            <a:lvl1pPr>
              <a:defRPr/>
            </a:lvl1pPr>
          </a:lstStyle>
          <a:p>
            <a:pPr>
              <a:defRPr/>
            </a:pPr>
            <a:fld id="{78EF554D-8EC7-4796-AA2C-1D0F22B95C70}" type="slidenum">
              <a:rPr lang="zh-CN" altLang="en-US"/>
              <a:pPr>
                <a:defRPr/>
              </a:pPr>
              <a:t>‹#›</a:t>
            </a:fld>
            <a:endParaRPr lang="en-US" altLang="zh-CN"/>
          </a:p>
        </p:txBody>
      </p:sp>
      <p:sp>
        <p:nvSpPr>
          <p:cNvPr id="8" name="Rectangle 15">
            <a:extLst>
              <a:ext uri="{FF2B5EF4-FFF2-40B4-BE49-F238E27FC236}">
                <a16:creationId xmlns:a16="http://schemas.microsoft.com/office/drawing/2014/main" id="{3A758D8A-EC4C-405C-A4DD-2A4CE042A5E9}"/>
              </a:ext>
            </a:extLst>
          </p:cNvPr>
          <p:cNvSpPr>
            <a:spLocks noGrp="1" noChangeArrowheads="1"/>
          </p:cNvSpPr>
          <p:nvPr>
            <p:ph type="dt" sz="half" idx="11"/>
          </p:nvPr>
        </p:nvSpPr>
        <p:spPr>
          <a:ln/>
        </p:spPr>
        <p:txBody>
          <a:bodyPr/>
          <a:lstStyle>
            <a:lvl1pPr>
              <a:defRPr/>
            </a:lvl1pPr>
          </a:lstStyle>
          <a:p>
            <a:pPr>
              <a:defRPr/>
            </a:pPr>
            <a:fld id="{9A618DEA-220D-4101-83A2-553FE8125BC8}" type="datetime1">
              <a:rPr lang="zh-CN" altLang="en-US"/>
              <a:pPr>
                <a:defRPr/>
              </a:pPr>
              <a:t>2021/6/24</a:t>
            </a:fld>
            <a:endParaRPr lang="en-US" altLang="zh-CN"/>
          </a:p>
        </p:txBody>
      </p:sp>
    </p:spTree>
    <p:extLst>
      <p:ext uri="{BB962C8B-B14F-4D97-AF65-F5344CB8AC3E}">
        <p14:creationId xmlns:p14="http://schemas.microsoft.com/office/powerpoint/2010/main" val="2808375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2">
            <a:extLst>
              <a:ext uri="{FF2B5EF4-FFF2-40B4-BE49-F238E27FC236}">
                <a16:creationId xmlns:a16="http://schemas.microsoft.com/office/drawing/2014/main" id="{73564048-01F4-4998-9F63-6BE91BC52506}"/>
              </a:ext>
            </a:extLst>
          </p:cNvPr>
          <p:cNvSpPr>
            <a:spLocks noGrp="1" noChangeArrowheads="1"/>
          </p:cNvSpPr>
          <p:nvPr>
            <p:ph type="sldNum" sz="quarter" idx="10"/>
          </p:nvPr>
        </p:nvSpPr>
        <p:spPr>
          <a:ln/>
        </p:spPr>
        <p:txBody>
          <a:bodyPr/>
          <a:lstStyle>
            <a:lvl1pPr>
              <a:defRPr/>
            </a:lvl1pPr>
          </a:lstStyle>
          <a:p>
            <a:pPr>
              <a:defRPr/>
            </a:pPr>
            <a:fld id="{F8BCB6D9-9DDA-43A4-B8D4-20BDD78144F7}" type="slidenum">
              <a:rPr lang="zh-CN" altLang="en-US"/>
              <a:pPr>
                <a:defRPr/>
              </a:pPr>
              <a:t>‹#›</a:t>
            </a:fld>
            <a:endParaRPr lang="en-US" altLang="zh-CN"/>
          </a:p>
        </p:txBody>
      </p:sp>
      <p:sp>
        <p:nvSpPr>
          <p:cNvPr id="4" name="Rectangle 15">
            <a:extLst>
              <a:ext uri="{FF2B5EF4-FFF2-40B4-BE49-F238E27FC236}">
                <a16:creationId xmlns:a16="http://schemas.microsoft.com/office/drawing/2014/main" id="{04716811-993F-42EC-9E2F-29ECA1655EA0}"/>
              </a:ext>
            </a:extLst>
          </p:cNvPr>
          <p:cNvSpPr>
            <a:spLocks noGrp="1" noChangeArrowheads="1"/>
          </p:cNvSpPr>
          <p:nvPr>
            <p:ph type="dt" sz="half" idx="11"/>
          </p:nvPr>
        </p:nvSpPr>
        <p:spPr>
          <a:ln/>
        </p:spPr>
        <p:txBody>
          <a:bodyPr/>
          <a:lstStyle>
            <a:lvl1pPr>
              <a:defRPr/>
            </a:lvl1pPr>
          </a:lstStyle>
          <a:p>
            <a:pPr>
              <a:defRPr/>
            </a:pPr>
            <a:fld id="{C1DFF7A1-3A47-4908-A0A6-6AAF7C068B08}" type="datetime1">
              <a:rPr lang="zh-CN" altLang="en-US"/>
              <a:pPr>
                <a:defRPr/>
              </a:pPr>
              <a:t>2021/6/24</a:t>
            </a:fld>
            <a:endParaRPr lang="en-US" altLang="zh-CN"/>
          </a:p>
        </p:txBody>
      </p:sp>
    </p:spTree>
    <p:extLst>
      <p:ext uri="{BB962C8B-B14F-4D97-AF65-F5344CB8AC3E}">
        <p14:creationId xmlns:p14="http://schemas.microsoft.com/office/powerpoint/2010/main" val="479620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953957A-CCC2-415A-BDC6-C2857197BEBF}"/>
              </a:ext>
            </a:extLst>
          </p:cNvPr>
          <p:cNvSpPr>
            <a:spLocks noGrp="1" noChangeArrowheads="1"/>
          </p:cNvSpPr>
          <p:nvPr>
            <p:ph type="sldNum" sz="quarter" idx="10"/>
          </p:nvPr>
        </p:nvSpPr>
        <p:spPr>
          <a:ln/>
        </p:spPr>
        <p:txBody>
          <a:bodyPr/>
          <a:lstStyle>
            <a:lvl1pPr>
              <a:defRPr/>
            </a:lvl1pPr>
          </a:lstStyle>
          <a:p>
            <a:pPr>
              <a:defRPr/>
            </a:pPr>
            <a:fld id="{1F3D1926-65AB-4D97-9B35-9D0B17A943C8}" type="slidenum">
              <a:rPr lang="zh-CN" altLang="en-US"/>
              <a:pPr>
                <a:defRPr/>
              </a:pPr>
              <a:t>‹#›</a:t>
            </a:fld>
            <a:endParaRPr lang="en-US" altLang="zh-CN"/>
          </a:p>
        </p:txBody>
      </p:sp>
      <p:sp>
        <p:nvSpPr>
          <p:cNvPr id="3" name="Rectangle 15">
            <a:extLst>
              <a:ext uri="{FF2B5EF4-FFF2-40B4-BE49-F238E27FC236}">
                <a16:creationId xmlns:a16="http://schemas.microsoft.com/office/drawing/2014/main" id="{7C2BC13B-E888-45D6-9757-E27FEA8E3A6E}"/>
              </a:ext>
            </a:extLst>
          </p:cNvPr>
          <p:cNvSpPr>
            <a:spLocks noGrp="1" noChangeArrowheads="1"/>
          </p:cNvSpPr>
          <p:nvPr>
            <p:ph type="dt" sz="half" idx="11"/>
          </p:nvPr>
        </p:nvSpPr>
        <p:spPr>
          <a:ln/>
        </p:spPr>
        <p:txBody>
          <a:bodyPr/>
          <a:lstStyle>
            <a:lvl1pPr>
              <a:defRPr/>
            </a:lvl1pPr>
          </a:lstStyle>
          <a:p>
            <a:pPr>
              <a:defRPr/>
            </a:pPr>
            <a:fld id="{9BD80B83-2E13-42F2-ABB0-F200C03EF93F}" type="datetime1">
              <a:rPr lang="zh-CN" altLang="en-US"/>
              <a:pPr>
                <a:defRPr/>
              </a:pPr>
              <a:t>2021/6/24</a:t>
            </a:fld>
            <a:endParaRPr lang="en-US" altLang="zh-CN"/>
          </a:p>
        </p:txBody>
      </p:sp>
    </p:spTree>
    <p:extLst>
      <p:ext uri="{BB962C8B-B14F-4D97-AF65-F5344CB8AC3E}">
        <p14:creationId xmlns:p14="http://schemas.microsoft.com/office/powerpoint/2010/main" val="141520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编辑母版文本样式</a:t>
            </a:r>
          </a:p>
        </p:txBody>
      </p:sp>
      <p:sp>
        <p:nvSpPr>
          <p:cNvPr id="5" name="Rectangle 2">
            <a:extLst>
              <a:ext uri="{FF2B5EF4-FFF2-40B4-BE49-F238E27FC236}">
                <a16:creationId xmlns:a16="http://schemas.microsoft.com/office/drawing/2014/main" id="{4BECD97D-D1CC-4DE1-9240-41B76A0E5199}"/>
              </a:ext>
            </a:extLst>
          </p:cNvPr>
          <p:cNvSpPr>
            <a:spLocks noGrp="1" noChangeArrowheads="1"/>
          </p:cNvSpPr>
          <p:nvPr>
            <p:ph type="sldNum" sz="quarter" idx="10"/>
          </p:nvPr>
        </p:nvSpPr>
        <p:spPr>
          <a:ln/>
        </p:spPr>
        <p:txBody>
          <a:bodyPr/>
          <a:lstStyle>
            <a:lvl1pPr>
              <a:defRPr/>
            </a:lvl1pPr>
          </a:lstStyle>
          <a:p>
            <a:pPr>
              <a:defRPr/>
            </a:pPr>
            <a:fld id="{B4D504EF-4C6F-483F-9B3B-1D0C4BC18B07}" type="slidenum">
              <a:rPr lang="zh-CN" altLang="en-US"/>
              <a:pPr>
                <a:defRPr/>
              </a:pPr>
              <a:t>‹#›</a:t>
            </a:fld>
            <a:endParaRPr lang="en-US" altLang="zh-CN"/>
          </a:p>
        </p:txBody>
      </p:sp>
      <p:sp>
        <p:nvSpPr>
          <p:cNvPr id="6" name="Rectangle 15">
            <a:extLst>
              <a:ext uri="{FF2B5EF4-FFF2-40B4-BE49-F238E27FC236}">
                <a16:creationId xmlns:a16="http://schemas.microsoft.com/office/drawing/2014/main" id="{BB4F537D-86B6-45FD-A3C8-8A4279A767F9}"/>
              </a:ext>
            </a:extLst>
          </p:cNvPr>
          <p:cNvSpPr>
            <a:spLocks noGrp="1" noChangeArrowheads="1"/>
          </p:cNvSpPr>
          <p:nvPr>
            <p:ph type="dt" sz="half" idx="11"/>
          </p:nvPr>
        </p:nvSpPr>
        <p:spPr>
          <a:ln/>
        </p:spPr>
        <p:txBody>
          <a:bodyPr/>
          <a:lstStyle>
            <a:lvl1pPr>
              <a:defRPr/>
            </a:lvl1pPr>
          </a:lstStyle>
          <a:p>
            <a:pPr>
              <a:defRPr/>
            </a:pPr>
            <a:fld id="{8BFE426E-0D4F-48E9-AE1C-50E445AC58C6}" type="datetime1">
              <a:rPr lang="zh-CN" altLang="en-US"/>
              <a:pPr>
                <a:defRPr/>
              </a:pPr>
              <a:t>2021/6/24</a:t>
            </a:fld>
            <a:endParaRPr lang="en-US" altLang="zh-CN"/>
          </a:p>
        </p:txBody>
      </p:sp>
    </p:spTree>
    <p:extLst>
      <p:ext uri="{BB962C8B-B14F-4D97-AF65-F5344CB8AC3E}">
        <p14:creationId xmlns:p14="http://schemas.microsoft.com/office/powerpoint/2010/main" val="663804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编辑母版文本样式</a:t>
            </a:r>
          </a:p>
        </p:txBody>
      </p:sp>
      <p:sp>
        <p:nvSpPr>
          <p:cNvPr id="5" name="Rectangle 2">
            <a:extLst>
              <a:ext uri="{FF2B5EF4-FFF2-40B4-BE49-F238E27FC236}">
                <a16:creationId xmlns:a16="http://schemas.microsoft.com/office/drawing/2014/main" id="{4C74791C-8E1B-4FA0-A345-DBA1432AD533}"/>
              </a:ext>
            </a:extLst>
          </p:cNvPr>
          <p:cNvSpPr>
            <a:spLocks noGrp="1" noChangeArrowheads="1"/>
          </p:cNvSpPr>
          <p:nvPr>
            <p:ph type="sldNum" sz="quarter" idx="10"/>
          </p:nvPr>
        </p:nvSpPr>
        <p:spPr>
          <a:ln/>
        </p:spPr>
        <p:txBody>
          <a:bodyPr/>
          <a:lstStyle>
            <a:lvl1pPr>
              <a:defRPr/>
            </a:lvl1pPr>
          </a:lstStyle>
          <a:p>
            <a:pPr>
              <a:defRPr/>
            </a:pPr>
            <a:fld id="{1F27E6FD-F122-4D7E-BC78-8712442612C9}" type="slidenum">
              <a:rPr lang="zh-CN" altLang="en-US"/>
              <a:pPr>
                <a:defRPr/>
              </a:pPr>
              <a:t>‹#›</a:t>
            </a:fld>
            <a:endParaRPr lang="en-US" altLang="zh-CN"/>
          </a:p>
        </p:txBody>
      </p:sp>
      <p:sp>
        <p:nvSpPr>
          <p:cNvPr id="6" name="Rectangle 15">
            <a:extLst>
              <a:ext uri="{FF2B5EF4-FFF2-40B4-BE49-F238E27FC236}">
                <a16:creationId xmlns:a16="http://schemas.microsoft.com/office/drawing/2014/main" id="{D85A7349-78FB-4540-BBF2-B3D2F01EF216}"/>
              </a:ext>
            </a:extLst>
          </p:cNvPr>
          <p:cNvSpPr>
            <a:spLocks noGrp="1" noChangeArrowheads="1"/>
          </p:cNvSpPr>
          <p:nvPr>
            <p:ph type="dt" sz="half" idx="11"/>
          </p:nvPr>
        </p:nvSpPr>
        <p:spPr>
          <a:ln/>
        </p:spPr>
        <p:txBody>
          <a:bodyPr/>
          <a:lstStyle>
            <a:lvl1pPr>
              <a:defRPr/>
            </a:lvl1pPr>
          </a:lstStyle>
          <a:p>
            <a:pPr>
              <a:defRPr/>
            </a:pPr>
            <a:fld id="{47C5D865-7E41-4758-AFCE-A0AB6F32133F}" type="datetime1">
              <a:rPr lang="zh-CN" altLang="en-US"/>
              <a:pPr>
                <a:defRPr/>
              </a:pPr>
              <a:t>2021/6/24</a:t>
            </a:fld>
            <a:endParaRPr lang="en-US" altLang="zh-CN"/>
          </a:p>
        </p:txBody>
      </p:sp>
    </p:spTree>
    <p:extLst>
      <p:ext uri="{BB962C8B-B14F-4D97-AF65-F5344CB8AC3E}">
        <p14:creationId xmlns:p14="http://schemas.microsoft.com/office/powerpoint/2010/main" val="3941149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2">
            <a:extLst>
              <a:ext uri="{FF2B5EF4-FFF2-40B4-BE49-F238E27FC236}">
                <a16:creationId xmlns:a16="http://schemas.microsoft.com/office/drawing/2014/main" id="{1BDAD653-80F2-4D78-A282-C7B74152B08A}"/>
              </a:ext>
            </a:extLst>
          </p:cNvPr>
          <p:cNvSpPr>
            <a:spLocks noGrp="1" noChangeArrowheads="1"/>
          </p:cNvSpPr>
          <p:nvPr>
            <p:ph type="sldNum" sz="quarter" idx="10"/>
          </p:nvPr>
        </p:nvSpPr>
        <p:spPr>
          <a:ln/>
        </p:spPr>
        <p:txBody>
          <a:bodyPr/>
          <a:lstStyle>
            <a:lvl1pPr>
              <a:defRPr/>
            </a:lvl1pPr>
          </a:lstStyle>
          <a:p>
            <a:pPr>
              <a:defRPr/>
            </a:pPr>
            <a:fld id="{9C2AE150-9AEA-4344-BEB1-068AEE0EACA8}" type="slidenum">
              <a:rPr lang="zh-CN" altLang="en-US"/>
              <a:pPr>
                <a:defRPr/>
              </a:pPr>
              <a:t>‹#›</a:t>
            </a:fld>
            <a:endParaRPr lang="en-US" altLang="zh-CN"/>
          </a:p>
        </p:txBody>
      </p:sp>
      <p:sp>
        <p:nvSpPr>
          <p:cNvPr id="5" name="Rectangle 15">
            <a:extLst>
              <a:ext uri="{FF2B5EF4-FFF2-40B4-BE49-F238E27FC236}">
                <a16:creationId xmlns:a16="http://schemas.microsoft.com/office/drawing/2014/main" id="{A4036F14-08F2-4682-ABA4-EFD9728B74C9}"/>
              </a:ext>
            </a:extLst>
          </p:cNvPr>
          <p:cNvSpPr>
            <a:spLocks noGrp="1" noChangeArrowheads="1"/>
          </p:cNvSpPr>
          <p:nvPr>
            <p:ph type="dt" sz="half" idx="11"/>
          </p:nvPr>
        </p:nvSpPr>
        <p:spPr>
          <a:ln/>
        </p:spPr>
        <p:txBody>
          <a:bodyPr/>
          <a:lstStyle>
            <a:lvl1pPr>
              <a:defRPr/>
            </a:lvl1pPr>
          </a:lstStyle>
          <a:p>
            <a:pPr>
              <a:defRPr/>
            </a:pPr>
            <a:fld id="{63E44EC8-B12C-432D-87F6-79168F1B58AA}" type="datetime1">
              <a:rPr lang="zh-CN" altLang="en-US"/>
              <a:pPr>
                <a:defRPr/>
              </a:pPr>
              <a:t>2021/6/24</a:t>
            </a:fld>
            <a:endParaRPr lang="en-US" altLang="zh-CN"/>
          </a:p>
        </p:txBody>
      </p:sp>
    </p:spTree>
    <p:extLst>
      <p:ext uri="{BB962C8B-B14F-4D97-AF65-F5344CB8AC3E}">
        <p14:creationId xmlns:p14="http://schemas.microsoft.com/office/powerpoint/2010/main" val="1347832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2">
            <a:extLst>
              <a:ext uri="{FF2B5EF4-FFF2-40B4-BE49-F238E27FC236}">
                <a16:creationId xmlns:a16="http://schemas.microsoft.com/office/drawing/2014/main" id="{A7B7CAEC-1683-477A-9811-A543548B928B}"/>
              </a:ext>
            </a:extLst>
          </p:cNvPr>
          <p:cNvSpPr>
            <a:spLocks noGrp="1" noChangeArrowheads="1"/>
          </p:cNvSpPr>
          <p:nvPr>
            <p:ph type="sldNum" sz="quarter" idx="10"/>
          </p:nvPr>
        </p:nvSpPr>
        <p:spPr>
          <a:ln/>
        </p:spPr>
        <p:txBody>
          <a:bodyPr/>
          <a:lstStyle>
            <a:lvl1pPr>
              <a:defRPr/>
            </a:lvl1pPr>
          </a:lstStyle>
          <a:p>
            <a:pPr>
              <a:defRPr/>
            </a:pPr>
            <a:fld id="{423C288A-E0BE-4965-AB9C-244D38060A75}" type="slidenum">
              <a:rPr lang="zh-CN" altLang="en-US"/>
              <a:pPr>
                <a:defRPr/>
              </a:pPr>
              <a:t>‹#›</a:t>
            </a:fld>
            <a:endParaRPr lang="en-US" altLang="zh-CN"/>
          </a:p>
        </p:txBody>
      </p:sp>
      <p:sp>
        <p:nvSpPr>
          <p:cNvPr id="5" name="Rectangle 15">
            <a:extLst>
              <a:ext uri="{FF2B5EF4-FFF2-40B4-BE49-F238E27FC236}">
                <a16:creationId xmlns:a16="http://schemas.microsoft.com/office/drawing/2014/main" id="{6F379060-7CB4-4A10-9C5B-22CBED107647}"/>
              </a:ext>
            </a:extLst>
          </p:cNvPr>
          <p:cNvSpPr>
            <a:spLocks noGrp="1" noChangeArrowheads="1"/>
          </p:cNvSpPr>
          <p:nvPr>
            <p:ph type="dt" sz="half" idx="11"/>
          </p:nvPr>
        </p:nvSpPr>
        <p:spPr>
          <a:ln/>
        </p:spPr>
        <p:txBody>
          <a:bodyPr/>
          <a:lstStyle>
            <a:lvl1pPr>
              <a:defRPr/>
            </a:lvl1pPr>
          </a:lstStyle>
          <a:p>
            <a:pPr>
              <a:defRPr/>
            </a:pPr>
            <a:fld id="{254A3866-6C34-45CE-AA88-E45938F3FC42}" type="datetime1">
              <a:rPr lang="zh-CN" altLang="en-US"/>
              <a:pPr>
                <a:defRPr/>
              </a:pPr>
              <a:t>2021/6/24</a:t>
            </a:fld>
            <a:endParaRPr lang="en-US" altLang="zh-CN"/>
          </a:p>
        </p:txBody>
      </p:sp>
    </p:spTree>
    <p:extLst>
      <p:ext uri="{BB962C8B-B14F-4D97-AF65-F5344CB8AC3E}">
        <p14:creationId xmlns:p14="http://schemas.microsoft.com/office/powerpoint/2010/main" val="1674851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reserve="1">
  <p:cSld name="标题，内容与文本">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noProof="1"/>
              <a:t>单击此处编辑母版标题样式</a:t>
            </a:r>
          </a:p>
        </p:txBody>
      </p:sp>
      <p:sp>
        <p:nvSpPr>
          <p:cNvPr id="3" name="内容占位符 2"/>
          <p:cNvSpPr>
            <a:spLocks noGrp="1"/>
          </p:cNvSpPr>
          <p:nvPr>
            <p:ph sz="half" idx="1"/>
          </p:nvPr>
        </p:nvSpPr>
        <p:spPr>
          <a:xfrm>
            <a:off x="457200" y="1981200"/>
            <a:ext cx="4038600" cy="3886200"/>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648200" y="1981200"/>
            <a:ext cx="4038600" cy="3886200"/>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2">
            <a:extLst>
              <a:ext uri="{FF2B5EF4-FFF2-40B4-BE49-F238E27FC236}">
                <a16:creationId xmlns:a16="http://schemas.microsoft.com/office/drawing/2014/main" id="{4DB5C17D-01C8-4639-B159-2442D04B2A51}"/>
              </a:ext>
            </a:extLst>
          </p:cNvPr>
          <p:cNvSpPr>
            <a:spLocks noGrp="1" noChangeArrowheads="1"/>
          </p:cNvSpPr>
          <p:nvPr>
            <p:ph type="sldNum" sz="quarter" idx="10"/>
          </p:nvPr>
        </p:nvSpPr>
        <p:spPr>
          <a:ln/>
        </p:spPr>
        <p:txBody>
          <a:bodyPr/>
          <a:lstStyle>
            <a:lvl1pPr>
              <a:defRPr/>
            </a:lvl1pPr>
          </a:lstStyle>
          <a:p>
            <a:pPr>
              <a:defRPr/>
            </a:pPr>
            <a:fld id="{13B295B0-791B-4CCC-8D63-1FC14215546B}" type="slidenum">
              <a:rPr lang="zh-CN" altLang="en-US"/>
              <a:pPr>
                <a:defRPr/>
              </a:pPr>
              <a:t>‹#›</a:t>
            </a:fld>
            <a:endParaRPr lang="en-US" altLang="zh-CN"/>
          </a:p>
        </p:txBody>
      </p:sp>
      <p:sp>
        <p:nvSpPr>
          <p:cNvPr id="6" name="Rectangle 15">
            <a:extLst>
              <a:ext uri="{FF2B5EF4-FFF2-40B4-BE49-F238E27FC236}">
                <a16:creationId xmlns:a16="http://schemas.microsoft.com/office/drawing/2014/main" id="{52BB11DC-0AD7-45C4-B9CD-BF1C009FA4CF}"/>
              </a:ext>
            </a:extLst>
          </p:cNvPr>
          <p:cNvSpPr>
            <a:spLocks noGrp="1" noChangeArrowheads="1"/>
          </p:cNvSpPr>
          <p:nvPr>
            <p:ph type="dt" sz="half" idx="11"/>
          </p:nvPr>
        </p:nvSpPr>
        <p:spPr>
          <a:ln/>
        </p:spPr>
        <p:txBody>
          <a:bodyPr/>
          <a:lstStyle>
            <a:lvl1pPr>
              <a:defRPr/>
            </a:lvl1pPr>
          </a:lstStyle>
          <a:p>
            <a:pPr>
              <a:defRPr/>
            </a:pPr>
            <a:fld id="{DD4852FA-C721-4981-834D-82FCE4311A50}" type="datetime1">
              <a:rPr lang="zh-CN" altLang="en-US"/>
              <a:pPr>
                <a:defRPr/>
              </a:pPr>
              <a:t>2021/6/24</a:t>
            </a:fld>
            <a:endParaRPr lang="en-US" altLang="zh-CN"/>
          </a:p>
        </p:txBody>
      </p:sp>
    </p:spTree>
    <p:extLst>
      <p:ext uri="{BB962C8B-B14F-4D97-AF65-F5344CB8AC3E}">
        <p14:creationId xmlns:p14="http://schemas.microsoft.com/office/powerpoint/2010/main" val="7760607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p>
        </p:txBody>
      </p:sp>
      <p:sp>
        <p:nvSpPr>
          <p:cNvPr id="3" name="副标题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单击以编辑母版副标题样式</a:t>
            </a:r>
          </a:p>
        </p:txBody>
      </p:sp>
      <p:sp>
        <p:nvSpPr>
          <p:cNvPr id="4" name="日期占位符 3"/>
          <p:cNvSpPr>
            <a:spLocks noGrp="1"/>
          </p:cNvSpPr>
          <p:nvPr>
            <p:ph type="dt" sz="half" idx="10"/>
          </p:nvPr>
        </p:nvSpPr>
        <p:spPr/>
        <p:txBody>
          <a:bodyPr/>
          <a:lstStyle>
            <a:lvl1pPr>
              <a:defRPr/>
            </a:lvl1pPr>
          </a:lstStyle>
          <a:p>
            <a:pPr>
              <a:defRPr/>
            </a:pPr>
            <a:fld id="{5F8F6BC5-EC9D-4827-93AE-0103A914AAED}" type="datetime1">
              <a:rPr lang="zh-CN" altLang="en-US" smtClean="0"/>
              <a:t>2021/6/24</a:t>
            </a:fld>
            <a:endParaRPr lang="zh-CN" altLang="en-US"/>
          </a:p>
        </p:txBody>
      </p:sp>
      <p:sp>
        <p:nvSpPr>
          <p:cNvPr id="5" name="灯片编号占位符 5"/>
          <p:cNvSpPr>
            <a:spLocks noGrp="1"/>
          </p:cNvSpPr>
          <p:nvPr>
            <p:ph type="sldNum" sz="quarter" idx="11"/>
          </p:nvPr>
        </p:nvSpPr>
        <p:spPr/>
        <p:txBody>
          <a:bodyPr/>
          <a:lstStyle>
            <a:lvl1pPr>
              <a:defRPr/>
            </a:lvl1pPr>
          </a:lstStyle>
          <a:p>
            <a:pPr>
              <a:defRPr/>
            </a:pPr>
            <a:fld id="{5D9CD93E-EEBD-4694-9EE8-E5FA4B48512C}" type="slidenum">
              <a:rPr lang="zh-CN" altLang="en-US"/>
              <a:t>‹#›</a:t>
            </a:fld>
            <a:endParaRPr lang="zh-CN" altLang="en-US"/>
          </a:p>
        </p:txBody>
      </p:sp>
    </p:spTree>
    <p:extLst>
      <p:ext uri="{BB962C8B-B14F-4D97-AF65-F5344CB8AC3E}">
        <p14:creationId xmlns:p14="http://schemas.microsoft.com/office/powerpoint/2010/main" val="1574708343"/>
      </p:ext>
    </p:extLst>
  </p:cSld>
  <p:clrMapOvr>
    <a:masterClrMapping/>
  </p:clrMapOvr>
  <p:transition>
    <p:wipe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pic>
        <p:nvPicPr>
          <p:cNvPr id="4"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未标题-2 - 副本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662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直接连接符 10"/>
          <p:cNvCxnSpPr>
            <a:cxnSpLocks noChangeShapeType="1"/>
          </p:cNvCxnSpPr>
          <p:nvPr userDrawn="1"/>
        </p:nvCxn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cxnSp>
        <p:nvCxnSpPr>
          <p:cNvPr id="10" name="直接连接符 14"/>
          <p:cNvCxnSpPr>
            <a:cxnSpLocks noChangeShapeType="1"/>
          </p:cNvCxnSpPr>
          <p:nvPr userDrawn="1"/>
        </p:nvCxn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pic>
        <p:nvPicPr>
          <p:cNvPr id="11" name="Picture 19" descr="C:\Users\Administrator\Desktop\2校徽、中英文字体及标准色的组合.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127875" y="247650"/>
            <a:ext cx="192722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501650" y="0"/>
            <a:ext cx="7886700" cy="1325563"/>
          </a:xfrm>
        </p:spPr>
        <p:txBody>
          <a:bodyPr/>
          <a:lstStyle/>
          <a:p>
            <a:r>
              <a:rPr lang="zh-CN" altLang="en-US" noProof="1"/>
              <a:t>单击此处编辑母版标题样式</a:t>
            </a:r>
          </a:p>
        </p:txBody>
      </p:sp>
      <p:sp>
        <p:nvSpPr>
          <p:cNvPr id="3" name="内容占位符 2"/>
          <p:cNvSpPr>
            <a:spLocks noGrp="1"/>
          </p:cNvSpPr>
          <p:nvPr>
            <p:ph idx="1" hasCustomPrompt="1"/>
          </p:nvPr>
        </p:nvSpPr>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13" name="灯片编号占位符 5"/>
          <p:cNvSpPr>
            <a:spLocks noGrp="1"/>
          </p:cNvSpPr>
          <p:nvPr>
            <p:ph type="sldNum" sz="quarter" idx="11"/>
          </p:nvPr>
        </p:nvSpPr>
        <p:spPr/>
        <p:txBody>
          <a:bodyPr/>
          <a:lstStyle>
            <a:lvl1pPr>
              <a:defRPr/>
            </a:lvl1pPr>
          </a:lstStyle>
          <a:p>
            <a:pPr>
              <a:defRPr/>
            </a:pPr>
            <a:fld id="{6BF530E8-F43B-4C96-89F0-9964C1590B71}" type="slidenum">
              <a:rPr lang="zh-CN" altLang="en-US"/>
              <a:t>‹#›</a:t>
            </a:fld>
            <a:endParaRPr lang="zh-CN" altLang="en-US"/>
          </a:p>
        </p:txBody>
      </p:sp>
    </p:spTree>
    <p:extLst>
      <p:ext uri="{BB962C8B-B14F-4D97-AF65-F5344CB8AC3E}">
        <p14:creationId xmlns:p14="http://schemas.microsoft.com/office/powerpoint/2010/main" val="3180584274"/>
      </p:ext>
    </p:extLst>
  </p:cSld>
  <p:clrMapOvr>
    <a:masterClrMapping/>
  </p:clrMapOvr>
  <p:transition>
    <p:wipe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编辑母版文本样式</a:t>
            </a:r>
          </a:p>
        </p:txBody>
      </p:sp>
      <p:sp>
        <p:nvSpPr>
          <p:cNvPr id="4" name="日期占位符 3"/>
          <p:cNvSpPr>
            <a:spLocks noGrp="1"/>
          </p:cNvSpPr>
          <p:nvPr>
            <p:ph type="dt" sz="half" idx="10"/>
          </p:nvPr>
        </p:nvSpPr>
        <p:spPr/>
        <p:txBody>
          <a:bodyPr/>
          <a:lstStyle>
            <a:lvl1pPr>
              <a:defRPr/>
            </a:lvl1pPr>
          </a:lstStyle>
          <a:p>
            <a:pPr>
              <a:defRPr/>
            </a:pPr>
            <a:fld id="{5D1631B1-9EF0-44DE-9C2B-2850DC83DA3A}" type="datetime1">
              <a:rPr lang="zh-CN" altLang="en-US" smtClean="0"/>
              <a:t>2021/6/24</a:t>
            </a:fld>
            <a:endParaRPr lang="zh-CN" altLang="en-US"/>
          </a:p>
        </p:txBody>
      </p:sp>
      <p:sp>
        <p:nvSpPr>
          <p:cNvPr id="5" name="灯片编号占位符 5"/>
          <p:cNvSpPr>
            <a:spLocks noGrp="1"/>
          </p:cNvSpPr>
          <p:nvPr>
            <p:ph type="sldNum" sz="quarter" idx="11"/>
          </p:nvPr>
        </p:nvSpPr>
        <p:spPr/>
        <p:txBody>
          <a:bodyPr/>
          <a:lstStyle>
            <a:lvl1pPr>
              <a:defRPr/>
            </a:lvl1pPr>
          </a:lstStyle>
          <a:p>
            <a:pPr>
              <a:defRPr/>
            </a:pPr>
            <a:fld id="{7418E032-E1B6-4390-AF66-7356FD39AF36}" type="slidenum">
              <a:rPr lang="zh-CN" altLang="en-US"/>
              <a:t>‹#›</a:t>
            </a:fld>
            <a:endParaRPr lang="zh-CN" altLang="en-US"/>
          </a:p>
        </p:txBody>
      </p:sp>
    </p:spTree>
    <p:extLst>
      <p:ext uri="{BB962C8B-B14F-4D97-AF65-F5344CB8AC3E}">
        <p14:creationId xmlns:p14="http://schemas.microsoft.com/office/powerpoint/2010/main" val="2651364468"/>
      </p:ext>
    </p:extLst>
  </p:cSld>
  <p:clrMapOvr>
    <a:masterClrMapping/>
  </p:clrMapOvr>
  <p:transition>
    <p:wipe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pic>
        <p:nvPicPr>
          <p:cNvPr id="5"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8"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hasCustomPrompt="1"/>
          </p:nvPr>
        </p:nvSpPr>
        <p:spPr>
          <a:xfrm>
            <a:off x="628650" y="1825625"/>
            <a:ext cx="3886200" cy="4351338"/>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hasCustomPrompt="1"/>
          </p:nvPr>
        </p:nvSpPr>
        <p:spPr>
          <a:xfrm>
            <a:off x="4629150" y="1825625"/>
            <a:ext cx="3886200" cy="4351338"/>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9" name="日期占位符 4"/>
          <p:cNvSpPr>
            <a:spLocks noGrp="1"/>
          </p:cNvSpPr>
          <p:nvPr>
            <p:ph type="dt" sz="half" idx="10"/>
          </p:nvPr>
        </p:nvSpPr>
        <p:spPr/>
        <p:txBody>
          <a:bodyPr/>
          <a:lstStyle>
            <a:lvl1pPr>
              <a:defRPr/>
            </a:lvl1pPr>
          </a:lstStyle>
          <a:p>
            <a:pPr>
              <a:defRPr/>
            </a:pPr>
            <a:fld id="{48BE475C-3D58-43FF-98F9-D716B25509CB}" type="datetime1">
              <a:rPr lang="zh-CN" altLang="en-US" smtClean="0"/>
              <a:t>2021/6/24</a:t>
            </a:fld>
            <a:endParaRPr lang="zh-CN" altLang="en-US"/>
          </a:p>
        </p:txBody>
      </p:sp>
      <p:sp>
        <p:nvSpPr>
          <p:cNvPr id="10" name="页脚占位符 5"/>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1" name="灯片编号占位符 6"/>
          <p:cNvSpPr>
            <a:spLocks noGrp="1"/>
          </p:cNvSpPr>
          <p:nvPr>
            <p:ph type="sldNum" sz="quarter" idx="12"/>
          </p:nvPr>
        </p:nvSpPr>
        <p:spPr/>
        <p:txBody>
          <a:bodyPr/>
          <a:lstStyle>
            <a:lvl1pPr>
              <a:defRPr/>
            </a:lvl1pPr>
          </a:lstStyle>
          <a:p>
            <a:pPr>
              <a:defRPr/>
            </a:pPr>
            <a:fld id="{4FBD10B5-E5EA-4E32-8F01-AD1D09F2D6E6}" type="slidenum">
              <a:rPr lang="zh-CN" altLang="en-US"/>
              <a:t>‹#›</a:t>
            </a:fld>
            <a:endParaRPr lang="zh-CN" altLang="en-US"/>
          </a:p>
        </p:txBody>
      </p:sp>
    </p:spTree>
    <p:extLst>
      <p:ext uri="{BB962C8B-B14F-4D97-AF65-F5344CB8AC3E}">
        <p14:creationId xmlns:p14="http://schemas.microsoft.com/office/powerpoint/2010/main" val="3114658174"/>
      </p:ext>
    </p:extLst>
  </p:cSld>
  <p:clrMapOvr>
    <a:masterClrMapping/>
  </p:clrMapOvr>
  <p:transition>
    <p:wipe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pic>
        <p:nvPicPr>
          <p:cNvPr id="7"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10"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hasCustomPrompt="1"/>
          </p:nvPr>
        </p:nvSpPr>
        <p:spPr>
          <a:xfrm>
            <a:off x="890081" y="1778438"/>
            <a:ext cx="3655181"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a:t>编辑母版文本样式</a:t>
            </a:r>
          </a:p>
        </p:txBody>
      </p:sp>
      <p:sp>
        <p:nvSpPr>
          <p:cNvPr id="4" name="内容占位符 3"/>
          <p:cNvSpPr>
            <a:spLocks noGrp="1"/>
          </p:cNvSpPr>
          <p:nvPr>
            <p:ph sz="half" idx="2" hasCustomPrompt="1"/>
          </p:nvPr>
        </p:nvSpPr>
        <p:spPr>
          <a:xfrm>
            <a:off x="890081" y="2665379"/>
            <a:ext cx="3655181" cy="3524284"/>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hasCustomPrompt="1"/>
          </p:nvPr>
        </p:nvSpPr>
        <p:spPr>
          <a:xfrm>
            <a:off x="4692704" y="1778438"/>
            <a:ext cx="3673182"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a:t>编辑母版文本样式</a:t>
            </a:r>
          </a:p>
        </p:txBody>
      </p:sp>
      <p:sp>
        <p:nvSpPr>
          <p:cNvPr id="6" name="内容占位符 5"/>
          <p:cNvSpPr>
            <a:spLocks noGrp="1"/>
          </p:cNvSpPr>
          <p:nvPr>
            <p:ph sz="quarter" idx="4" hasCustomPrompt="1"/>
          </p:nvPr>
        </p:nvSpPr>
        <p:spPr>
          <a:xfrm>
            <a:off x="4692704" y="2665379"/>
            <a:ext cx="3673182" cy="3524284"/>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11" name="日期占位符 6"/>
          <p:cNvSpPr>
            <a:spLocks noGrp="1"/>
          </p:cNvSpPr>
          <p:nvPr>
            <p:ph type="dt" sz="half" idx="10"/>
          </p:nvPr>
        </p:nvSpPr>
        <p:spPr/>
        <p:txBody>
          <a:bodyPr/>
          <a:lstStyle>
            <a:lvl1pPr>
              <a:defRPr/>
            </a:lvl1pPr>
          </a:lstStyle>
          <a:p>
            <a:pPr>
              <a:defRPr/>
            </a:pPr>
            <a:fld id="{4C8CDEFD-9A15-45D1-9D96-BF9257DF6532}" type="datetime1">
              <a:rPr lang="zh-CN" altLang="en-US" smtClean="0"/>
              <a:t>2021/6/24</a:t>
            </a:fld>
            <a:endParaRPr lang="zh-CN" altLang="en-US"/>
          </a:p>
        </p:txBody>
      </p:sp>
      <p:sp>
        <p:nvSpPr>
          <p:cNvPr id="12" name="页脚占位符 7"/>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3" name="灯片编号占位符 8"/>
          <p:cNvSpPr>
            <a:spLocks noGrp="1"/>
          </p:cNvSpPr>
          <p:nvPr>
            <p:ph type="sldNum" sz="quarter" idx="12"/>
          </p:nvPr>
        </p:nvSpPr>
        <p:spPr/>
        <p:txBody>
          <a:bodyPr/>
          <a:lstStyle>
            <a:lvl1pPr>
              <a:defRPr/>
            </a:lvl1pPr>
          </a:lstStyle>
          <a:p>
            <a:pPr>
              <a:defRPr/>
            </a:pPr>
            <a:fld id="{1899D312-E547-4493-877C-90EE0B0F96A1}" type="slidenum">
              <a:rPr lang="zh-CN" altLang="en-US"/>
              <a:t>‹#›</a:t>
            </a:fld>
            <a:endParaRPr lang="zh-CN" altLang="en-US"/>
          </a:p>
        </p:txBody>
      </p:sp>
    </p:spTree>
    <p:extLst>
      <p:ext uri="{BB962C8B-B14F-4D97-AF65-F5344CB8AC3E}">
        <p14:creationId xmlns:p14="http://schemas.microsoft.com/office/powerpoint/2010/main" val="2096020800"/>
      </p:ext>
    </p:extLst>
  </p:cSld>
  <p:clrMapOvr>
    <a:masterClrMapping/>
  </p:clrMapOvr>
  <p:transition>
    <p:wipe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3"/>
          <p:cNvSpPr>
            <a:spLocks noGrp="1"/>
          </p:cNvSpPr>
          <p:nvPr>
            <p:ph type="dt" sz="half" idx="10"/>
          </p:nvPr>
        </p:nvSpPr>
        <p:spPr/>
        <p:txBody>
          <a:bodyPr/>
          <a:lstStyle>
            <a:lvl1pPr>
              <a:defRPr/>
            </a:lvl1pPr>
          </a:lstStyle>
          <a:p>
            <a:pPr>
              <a:defRPr/>
            </a:pPr>
            <a:fld id="{97DF073D-EB37-4130-8F42-CF59120AFFEA}" type="datetime1">
              <a:rPr lang="zh-CN" altLang="en-US" smtClean="0"/>
              <a:t>2021/6/24</a:t>
            </a:fld>
            <a:endParaRPr lang="zh-CN" altLang="en-US"/>
          </a:p>
        </p:txBody>
      </p:sp>
      <p:sp>
        <p:nvSpPr>
          <p:cNvPr id="4" name="灯片编号占位符 5"/>
          <p:cNvSpPr>
            <a:spLocks noGrp="1"/>
          </p:cNvSpPr>
          <p:nvPr>
            <p:ph type="sldNum" sz="quarter" idx="11"/>
          </p:nvPr>
        </p:nvSpPr>
        <p:spPr/>
        <p:txBody>
          <a:bodyPr/>
          <a:lstStyle>
            <a:lvl1pPr>
              <a:defRPr/>
            </a:lvl1pPr>
          </a:lstStyle>
          <a:p>
            <a:pPr>
              <a:defRPr/>
            </a:pPr>
            <a:fld id="{4801CE1C-B046-4F33-AE1F-85DD2C916C30}" type="slidenum">
              <a:rPr lang="zh-CN" altLang="en-US"/>
              <a:t>‹#›</a:t>
            </a:fld>
            <a:endParaRPr lang="zh-CN" altLang="en-US"/>
          </a:p>
        </p:txBody>
      </p:sp>
    </p:spTree>
    <p:extLst>
      <p:ext uri="{BB962C8B-B14F-4D97-AF65-F5344CB8AC3E}">
        <p14:creationId xmlns:p14="http://schemas.microsoft.com/office/powerpoint/2010/main" val="2038652914"/>
      </p:ext>
    </p:extLst>
  </p:cSld>
  <p:clrMapOvr>
    <a:masterClrMapping/>
  </p:clrMapOvr>
  <p:transition>
    <p:wipe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pic>
        <p:nvPicPr>
          <p:cNvPr id="2"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5"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日期占位符 1"/>
          <p:cNvSpPr>
            <a:spLocks noGrp="1"/>
          </p:cNvSpPr>
          <p:nvPr>
            <p:ph type="dt" sz="half" idx="10"/>
          </p:nvPr>
        </p:nvSpPr>
        <p:spPr/>
        <p:txBody>
          <a:bodyPr/>
          <a:lstStyle>
            <a:lvl1pPr>
              <a:defRPr/>
            </a:lvl1pPr>
          </a:lstStyle>
          <a:p>
            <a:pPr>
              <a:defRPr/>
            </a:pPr>
            <a:fld id="{209B2E8F-806F-4152-A037-0271276B7C6A}" type="datetime1">
              <a:rPr lang="zh-CN" altLang="en-US" smtClean="0"/>
              <a:t>2021/6/24</a:t>
            </a:fld>
            <a:endParaRPr lang="zh-CN" altLang="en-US"/>
          </a:p>
        </p:txBody>
      </p:sp>
      <p:sp>
        <p:nvSpPr>
          <p:cNvPr id="7" name="页脚占位符 2"/>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8" name="灯片编号占位符 3"/>
          <p:cNvSpPr>
            <a:spLocks noGrp="1"/>
          </p:cNvSpPr>
          <p:nvPr>
            <p:ph type="sldNum" sz="quarter" idx="12"/>
          </p:nvPr>
        </p:nvSpPr>
        <p:spPr/>
        <p:txBody>
          <a:bodyPr/>
          <a:lstStyle>
            <a:lvl1pPr>
              <a:defRPr/>
            </a:lvl1pPr>
          </a:lstStyle>
          <a:p>
            <a:pPr>
              <a:defRPr/>
            </a:pPr>
            <a:fld id="{0FE357F7-AF9B-4143-8263-6ED268F2DFFF}" type="slidenum">
              <a:rPr lang="zh-CN" altLang="en-US"/>
              <a:t>‹#›</a:t>
            </a:fld>
            <a:endParaRPr lang="zh-CN" altLang="en-US"/>
          </a:p>
        </p:txBody>
      </p:sp>
    </p:spTree>
    <p:extLst>
      <p:ext uri="{BB962C8B-B14F-4D97-AF65-F5344CB8AC3E}">
        <p14:creationId xmlns:p14="http://schemas.microsoft.com/office/powerpoint/2010/main" val="339796100"/>
      </p:ext>
    </p:extLst>
  </p:cSld>
  <p:clrMapOvr>
    <a:masterClrMapping/>
  </p:clrMapOvr>
  <p:transition>
    <p:wipe di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pic>
        <p:nvPicPr>
          <p:cNvPr id="5"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8"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9841" y="457200"/>
            <a:ext cx="3124012" cy="1600200"/>
          </a:xfrm>
        </p:spPr>
        <p:txBody>
          <a:bodyPr anchor="b"/>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hasCustomPrompt="1"/>
          </p:nvPr>
        </p:nvSpPr>
        <p:spPr>
          <a:xfrm>
            <a:off x="629841" y="2057400"/>
            <a:ext cx="3124012"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编辑母版文本样式</a:t>
            </a:r>
          </a:p>
        </p:txBody>
      </p:sp>
      <p:sp>
        <p:nvSpPr>
          <p:cNvPr id="9" name="日期占位符 4"/>
          <p:cNvSpPr>
            <a:spLocks noGrp="1"/>
          </p:cNvSpPr>
          <p:nvPr>
            <p:ph type="dt" sz="half" idx="10"/>
          </p:nvPr>
        </p:nvSpPr>
        <p:spPr/>
        <p:txBody>
          <a:bodyPr/>
          <a:lstStyle>
            <a:lvl1pPr>
              <a:defRPr/>
            </a:lvl1pPr>
          </a:lstStyle>
          <a:p>
            <a:pPr>
              <a:defRPr/>
            </a:pPr>
            <a:fld id="{8FCF73CC-26A3-46A8-B0B4-6DEE4FCF1891}" type="datetime1">
              <a:rPr lang="zh-CN" altLang="en-US" smtClean="0"/>
              <a:t>2021/6/24</a:t>
            </a:fld>
            <a:endParaRPr lang="zh-CN" altLang="en-US"/>
          </a:p>
        </p:txBody>
      </p:sp>
      <p:sp>
        <p:nvSpPr>
          <p:cNvPr id="10" name="页脚占位符 5"/>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1" name="灯片编号占位符 6"/>
          <p:cNvSpPr>
            <a:spLocks noGrp="1"/>
          </p:cNvSpPr>
          <p:nvPr>
            <p:ph type="sldNum" sz="quarter" idx="12"/>
          </p:nvPr>
        </p:nvSpPr>
        <p:spPr/>
        <p:txBody>
          <a:bodyPr/>
          <a:lstStyle>
            <a:lvl1pPr>
              <a:defRPr/>
            </a:lvl1pPr>
          </a:lstStyle>
          <a:p>
            <a:pPr>
              <a:defRPr/>
            </a:pPr>
            <a:fld id="{433F91B9-0756-4AB3-BAEB-B6F144FC9490}" type="slidenum">
              <a:rPr lang="zh-CN" altLang="en-US"/>
              <a:t>‹#›</a:t>
            </a:fld>
            <a:endParaRPr lang="zh-CN" altLang="en-US"/>
          </a:p>
        </p:txBody>
      </p:sp>
    </p:spTree>
    <p:extLst>
      <p:ext uri="{BB962C8B-B14F-4D97-AF65-F5344CB8AC3E}">
        <p14:creationId xmlns:p14="http://schemas.microsoft.com/office/powerpoint/2010/main" val="709401012"/>
      </p:ext>
    </p:extLst>
  </p:cSld>
  <p:clrMapOvr>
    <a:masterClrMapping/>
  </p:clrMapOvr>
  <p:transition>
    <p:wipe di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itleAndTx" preserve="1">
  <p:cSld name="竖版">
    <p:spTree>
      <p:nvGrpSpPr>
        <p:cNvPr id="1" name=""/>
        <p:cNvGrpSpPr/>
        <p:nvPr/>
      </p:nvGrpSpPr>
      <p:grpSpPr>
        <a:xfrm>
          <a:off x="0" y="0"/>
          <a:ext cx="0" cy="0"/>
          <a:chOff x="0" y="0"/>
          <a:chExt cx="0" cy="0"/>
        </a:xfrm>
      </p:grpSpPr>
      <p:pic>
        <p:nvPicPr>
          <p:cNvPr id="4"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竖排标题 1"/>
          <p:cNvSpPr>
            <a:spLocks noGrp="1"/>
          </p:cNvSpPr>
          <p:nvPr>
            <p:ph type="title" orient="vert"/>
          </p:nvPr>
        </p:nvSpPr>
        <p:spPr>
          <a:xfrm>
            <a:off x="6543675" y="365125"/>
            <a:ext cx="1971675" cy="5811838"/>
          </a:xfrm>
        </p:spPr>
        <p:txBody>
          <a:bodyPr vert="eaVert"/>
          <a:lstStyle/>
          <a:p>
            <a:r>
              <a:rPr lang="zh-CN" altLang="en-US" noProof="1"/>
              <a:t>单击此处编辑母版标题样式</a:t>
            </a:r>
          </a:p>
        </p:txBody>
      </p:sp>
      <p:sp>
        <p:nvSpPr>
          <p:cNvPr id="3" name="竖排文字占位符 2"/>
          <p:cNvSpPr>
            <a:spLocks noGrp="1"/>
          </p:cNvSpPr>
          <p:nvPr>
            <p:ph type="body" orient="vert" idx="1" hasCustomPrompt="1"/>
          </p:nvPr>
        </p:nvSpPr>
        <p:spPr>
          <a:xfrm>
            <a:off x="628650" y="365125"/>
            <a:ext cx="5800725" cy="5811838"/>
          </a:xfrm>
        </p:spPr>
        <p:txBody>
          <a:bodyPr vert="eaVert"/>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3"/>
          <p:cNvSpPr>
            <a:spLocks noGrp="1"/>
          </p:cNvSpPr>
          <p:nvPr>
            <p:ph type="dt" sz="half" idx="10"/>
          </p:nvPr>
        </p:nvSpPr>
        <p:spPr/>
        <p:txBody>
          <a:bodyPr/>
          <a:lstStyle>
            <a:lvl1pPr>
              <a:defRPr/>
            </a:lvl1pPr>
          </a:lstStyle>
          <a:p>
            <a:pPr>
              <a:defRPr/>
            </a:pPr>
            <a:fld id="{399B01BE-6E59-4C6E-BE19-F5AB57610272}" type="datetime1">
              <a:rPr lang="zh-CN" altLang="en-US" smtClean="0"/>
              <a:t>2021/6/24</a:t>
            </a:fld>
            <a:endParaRPr lang="zh-CN" altLang="en-US"/>
          </a:p>
        </p:txBody>
      </p:sp>
      <p:sp>
        <p:nvSpPr>
          <p:cNvPr id="9" name="页脚占位符 4"/>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0" name="灯片编号占位符 5"/>
          <p:cNvSpPr>
            <a:spLocks noGrp="1"/>
          </p:cNvSpPr>
          <p:nvPr>
            <p:ph type="sldNum" sz="quarter" idx="12"/>
          </p:nvPr>
        </p:nvSpPr>
        <p:spPr/>
        <p:txBody>
          <a:bodyPr/>
          <a:lstStyle>
            <a:lvl1pPr>
              <a:defRPr/>
            </a:lvl1pPr>
          </a:lstStyle>
          <a:p>
            <a:pPr>
              <a:defRPr/>
            </a:pPr>
            <a:fld id="{BD93D22E-D33C-4A12-BBD1-831F42DEFBA6}" type="slidenum">
              <a:rPr lang="zh-CN" altLang="en-US"/>
              <a:t>‹#›</a:t>
            </a:fld>
            <a:endParaRPr lang="zh-CN" altLang="en-US"/>
          </a:p>
        </p:txBody>
      </p:sp>
    </p:spTree>
    <p:extLst>
      <p:ext uri="{BB962C8B-B14F-4D97-AF65-F5344CB8AC3E}">
        <p14:creationId xmlns:p14="http://schemas.microsoft.com/office/powerpoint/2010/main" val="2654976240"/>
      </p:ext>
    </p:extLst>
  </p:cSld>
  <p:clrMapOvr>
    <a:masterClrMapping/>
  </p:clrMapOvr>
  <p:transition>
    <p:wipe dir="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objOnly" preserve="1">
  <p:cSld name="内容">
    <p:spTree>
      <p:nvGrpSpPr>
        <p:cNvPr id="1" name=""/>
        <p:cNvGrpSpPr/>
        <p:nvPr/>
      </p:nvGrpSpPr>
      <p:grpSpPr>
        <a:xfrm>
          <a:off x="0" y="0"/>
          <a:ext cx="0" cy="0"/>
          <a:chOff x="0" y="0"/>
          <a:chExt cx="0" cy="0"/>
        </a:xfrm>
      </p:grpSpPr>
      <p:pic>
        <p:nvPicPr>
          <p:cNvPr id="3"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6"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1"/>
          <p:cNvSpPr>
            <a:spLocks noGrp="1"/>
          </p:cNvSpPr>
          <p:nvPr>
            <p:ph hasCustomPrompt="1"/>
          </p:nvPr>
        </p:nvSpPr>
        <p:spPr>
          <a:xfrm>
            <a:off x="628650" y="365125"/>
            <a:ext cx="7886700" cy="5811838"/>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2"/>
          <p:cNvSpPr>
            <a:spLocks noGrp="1"/>
          </p:cNvSpPr>
          <p:nvPr>
            <p:ph type="dt" sz="half" idx="10"/>
          </p:nvPr>
        </p:nvSpPr>
        <p:spPr/>
        <p:txBody>
          <a:bodyPr/>
          <a:lstStyle>
            <a:lvl1pPr>
              <a:defRPr/>
            </a:lvl1pPr>
          </a:lstStyle>
          <a:p>
            <a:pPr>
              <a:defRPr/>
            </a:pPr>
            <a:fld id="{36FE3A67-8EEC-4A65-B7AB-4379F937B967}" type="datetime1">
              <a:rPr lang="zh-CN" altLang="en-US" smtClean="0"/>
              <a:t>2021/6/24</a:t>
            </a:fld>
            <a:endParaRPr lang="zh-CN" altLang="en-US"/>
          </a:p>
        </p:txBody>
      </p:sp>
      <p:sp>
        <p:nvSpPr>
          <p:cNvPr id="8" name="页脚占位符 3"/>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dirty="0"/>
          </a:p>
        </p:txBody>
      </p:sp>
      <p:sp>
        <p:nvSpPr>
          <p:cNvPr id="9" name="灯片编号占位符 4"/>
          <p:cNvSpPr>
            <a:spLocks noGrp="1"/>
          </p:cNvSpPr>
          <p:nvPr>
            <p:ph type="sldNum" sz="quarter" idx="12"/>
          </p:nvPr>
        </p:nvSpPr>
        <p:spPr/>
        <p:txBody>
          <a:bodyPr/>
          <a:lstStyle>
            <a:lvl1pPr>
              <a:defRPr/>
            </a:lvl1pPr>
          </a:lstStyle>
          <a:p>
            <a:pPr>
              <a:defRPr/>
            </a:pPr>
            <a:fld id="{DE4C8632-CEA3-46F8-A627-C58C3D6BDE84}" type="slidenum">
              <a:rPr lang="zh-CN" altLang="en-US"/>
              <a:t>‹#›</a:t>
            </a:fld>
            <a:endParaRPr lang="zh-CN" altLang="en-US"/>
          </a:p>
        </p:txBody>
      </p:sp>
    </p:spTree>
    <p:extLst>
      <p:ext uri="{BB962C8B-B14F-4D97-AF65-F5344CB8AC3E}">
        <p14:creationId xmlns:p14="http://schemas.microsoft.com/office/powerpoint/2010/main" val="166475812"/>
      </p:ext>
    </p:extLst>
  </p:cSld>
  <p:clrMapOvr>
    <a:masterClrMapping/>
  </p:clrMapOvr>
  <p:transition>
    <p:wipe dir="u"/>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xAndObj" preserve="1">
  <p:cSld name="标题，文本与内容">
    <p:bg>
      <p:bgPr>
        <a:gradFill rotWithShape="1">
          <a:gsLst>
            <a:gs pos="0">
              <a:srgbClr val="000000">
                <a:alpha val="100000"/>
              </a:srgbClr>
            </a:gs>
            <a:gs pos="100000">
              <a:srgbClr val="000066">
                <a:alpha val="100000"/>
              </a:srgbClr>
            </a:gs>
            <a:gs pos="100000">
              <a:srgbClr val="0A128C">
                <a:alpha val="100000"/>
              </a:srgbClr>
            </a:gs>
            <a:gs pos="100000">
              <a:srgbClr val="181CC7">
                <a:alpha val="100000"/>
              </a:srgbClr>
            </a:gs>
            <a:gs pos="100000">
              <a:srgbClr val="7005D4">
                <a:alpha val="100000"/>
              </a:srgbClr>
            </a:gs>
            <a:gs pos="100000">
              <a:srgbClr val="8C3D91">
                <a:alpha val="100000"/>
              </a:srgbClr>
            </a:gs>
          </a:gsLst>
          <a:lin ang="16200000"/>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Rectangle 4"/>
          <p:cNvSpPr>
            <a:spLocks noGrp="1" noChangeArrowheads="1"/>
          </p:cNvSpPr>
          <p:nvPr>
            <p:ph type="dt" sz="half" idx="12"/>
          </p:nvPr>
        </p:nvSpPr>
        <p:spPr bwMode="auto">
          <a:xfrm>
            <a:off x="457200" y="6243638"/>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rgbClr val="0000FF"/>
              </a:solidFill>
              <a:effectLst/>
              <a:uLnTx/>
              <a:uFillTx/>
              <a:latin typeface="+mj-lt"/>
              <a:ea typeface="宋体" panose="02010600030101010101" pitchFamily="2" charset="-122"/>
              <a:cs typeface="+mn-cs"/>
            </a:endParaRPr>
          </a:p>
        </p:txBody>
      </p:sp>
      <p:sp>
        <p:nvSpPr>
          <p:cNvPr id="10" name="Rectangle 5"/>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rgbClr val="0000FF"/>
              </a:solidFill>
              <a:effectLst/>
              <a:uLnTx/>
              <a:uFillTx/>
              <a:latin typeface="+mj-lt"/>
              <a:ea typeface="宋体" panose="02010600030101010101" pitchFamily="2" charset="-122"/>
              <a:cs typeface="+mn-cs"/>
            </a:endParaRPr>
          </a:p>
        </p:txBody>
      </p:sp>
      <p:sp>
        <p:nvSpPr>
          <p:cNvPr id="11" name="Rectangle 6"/>
          <p:cNvSpPr>
            <a:spLocks noGrp="1" noChangeArrowheads="1"/>
          </p:cNvSpPr>
          <p:nvPr>
            <p:ph type="sldNum" sz="quarter" idx="4"/>
          </p:nvPr>
        </p:nvSpPr>
        <p:spPr bwMode="auto">
          <a:xfrm>
            <a:off x="6553200" y="6243638"/>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algn="r"/>
            <a:fld id="{9A0DB2DC-4C9A-4742-B13C-FB6460FD3503}" type="slidenum">
              <a:rPr lang="en-US" altLang="zh-CN" dirty="0">
                <a:latin typeface="Garamond" panose="02020404030301010803" pitchFamily="18" charset="0"/>
              </a:rPr>
              <a:t>‹#›</a:t>
            </a:fld>
            <a:endParaRPr lang="en-US" altLang="zh-CN" dirty="0">
              <a:latin typeface="Garamond" panose="02020404030301010803" pitchFamily="18" charset="0"/>
            </a:endParaRPr>
          </a:p>
        </p:txBody>
      </p:sp>
    </p:spTree>
    <p:extLst>
      <p:ext uri="{BB962C8B-B14F-4D97-AF65-F5344CB8AC3E}">
        <p14:creationId xmlns:p14="http://schemas.microsoft.com/office/powerpoint/2010/main" val="4200914613"/>
      </p:ext>
    </p:extLst>
  </p:cSld>
  <p:clrMapOvr>
    <a:masterClrMapping/>
  </p:clrMapOvr>
  <p:transition>
    <p:wipe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CF4BD51-E9E4-4636-9CB0-231F38B10815}"/>
              </a:ext>
            </a:extLst>
          </p:cNvPr>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buFontTx/>
              <a:buNone/>
              <a:defRPr sz="1200" b="1">
                <a:latin typeface="Arial Black" panose="020B0A04020102020204" pitchFamily="34" charset="0"/>
              </a:defRPr>
            </a:lvl1pPr>
          </a:lstStyle>
          <a:p>
            <a:pPr>
              <a:defRPr/>
            </a:pPr>
            <a:fld id="{52FD2A94-672D-4E46-B8FA-F637722FCA31}" type="slidenum">
              <a:rPr lang="zh-CN" altLang="en-US"/>
              <a:pPr>
                <a:defRPr/>
              </a:pPr>
              <a:t>‹#›</a:t>
            </a:fld>
            <a:endParaRPr lang="en-US" altLang="zh-CN"/>
          </a:p>
        </p:txBody>
      </p:sp>
      <p:grpSp>
        <p:nvGrpSpPr>
          <p:cNvPr id="1027" name="Group 3">
            <a:extLst>
              <a:ext uri="{FF2B5EF4-FFF2-40B4-BE49-F238E27FC236}">
                <a16:creationId xmlns:a16="http://schemas.microsoft.com/office/drawing/2014/main" id="{D3EF2FE9-76C5-41A0-B985-52730D11EFCE}"/>
              </a:ext>
            </a:extLst>
          </p:cNvPr>
          <p:cNvGrpSpPr>
            <a:grpSpLocks/>
          </p:cNvGrpSpPr>
          <p:nvPr/>
        </p:nvGrpSpPr>
        <p:grpSpPr bwMode="auto">
          <a:xfrm>
            <a:off x="0" y="0"/>
            <a:ext cx="9144000" cy="546100"/>
            <a:chOff x="0" y="0"/>
            <a:chExt cx="5760" cy="344"/>
          </a:xfrm>
        </p:grpSpPr>
        <p:sp>
          <p:nvSpPr>
            <p:cNvPr id="3" name="Rectangle 4">
              <a:extLst>
                <a:ext uri="{FF2B5EF4-FFF2-40B4-BE49-F238E27FC236}">
                  <a16:creationId xmlns:a16="http://schemas.microsoft.com/office/drawing/2014/main" id="{8FD61EB0-69F1-40A0-BEFD-AF6604056845}"/>
                </a:ext>
              </a:extLst>
            </p:cNvPr>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2400">
                <a:latin typeface="Times New Roman" panose="02020603050405020304" pitchFamily="18" charset="0"/>
              </a:endParaRPr>
            </a:p>
          </p:txBody>
        </p:sp>
        <p:sp>
          <p:nvSpPr>
            <p:cNvPr id="4" name="Rectangle 5">
              <a:extLst>
                <a:ext uri="{FF2B5EF4-FFF2-40B4-BE49-F238E27FC236}">
                  <a16:creationId xmlns:a16="http://schemas.microsoft.com/office/drawing/2014/main" id="{4AF12256-E5BA-4657-B088-B93A757CA09E}"/>
                </a:ext>
              </a:extLst>
            </p:cNvPr>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2400">
                <a:latin typeface="Times New Roman" panose="02020603050405020304" pitchFamily="18" charset="0"/>
              </a:endParaRPr>
            </a:p>
          </p:txBody>
        </p:sp>
        <p:sp>
          <p:nvSpPr>
            <p:cNvPr id="1030" name="Rectangle 6">
              <a:extLst>
                <a:ext uri="{FF2B5EF4-FFF2-40B4-BE49-F238E27FC236}">
                  <a16:creationId xmlns:a16="http://schemas.microsoft.com/office/drawing/2014/main" id="{29507AFE-E070-42EB-80AC-7067308CB107}"/>
                </a:ext>
              </a:extLst>
            </p:cNvPr>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a:solidFill>
                  <a:schemeClr val="hlink"/>
                </a:solidFill>
              </a:endParaRPr>
            </a:p>
          </p:txBody>
        </p:sp>
        <p:sp>
          <p:nvSpPr>
            <p:cNvPr id="1031" name="Rectangle 7">
              <a:extLst>
                <a:ext uri="{FF2B5EF4-FFF2-40B4-BE49-F238E27FC236}">
                  <a16:creationId xmlns:a16="http://schemas.microsoft.com/office/drawing/2014/main" id="{EE59D666-11FB-4316-B0B6-0E04D50ACA54}"/>
                </a:ext>
              </a:extLst>
            </p:cNvPr>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a:solidFill>
                  <a:schemeClr val="hlink"/>
                </a:solidFill>
              </a:endParaRPr>
            </a:p>
          </p:txBody>
        </p:sp>
        <p:sp>
          <p:nvSpPr>
            <p:cNvPr id="1032" name="Rectangle 8">
              <a:extLst>
                <a:ext uri="{FF2B5EF4-FFF2-40B4-BE49-F238E27FC236}">
                  <a16:creationId xmlns:a16="http://schemas.microsoft.com/office/drawing/2014/main" id="{CFBC841B-5E97-4529-B528-969F7826130C}"/>
                </a:ext>
              </a:extLst>
            </p:cNvPr>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a:solidFill>
                  <a:schemeClr val="accent2"/>
                </a:solidFill>
              </a:endParaRPr>
            </a:p>
          </p:txBody>
        </p:sp>
        <p:sp>
          <p:nvSpPr>
            <p:cNvPr id="1033" name="Rectangle 9">
              <a:extLst>
                <a:ext uri="{FF2B5EF4-FFF2-40B4-BE49-F238E27FC236}">
                  <a16:creationId xmlns:a16="http://schemas.microsoft.com/office/drawing/2014/main" id="{F2460C4D-1840-4E9E-8FAE-609CB12A53D0}"/>
                </a:ext>
              </a:extLst>
            </p:cNvPr>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a:solidFill>
                  <a:schemeClr val="hlink"/>
                </a:solidFill>
              </a:endParaRPr>
            </a:p>
          </p:txBody>
        </p:sp>
        <p:sp>
          <p:nvSpPr>
            <p:cNvPr id="1034" name="Rectangle 10">
              <a:extLst>
                <a:ext uri="{FF2B5EF4-FFF2-40B4-BE49-F238E27FC236}">
                  <a16:creationId xmlns:a16="http://schemas.microsoft.com/office/drawing/2014/main" id="{3252EFA2-73AA-4D40-89F6-D8BE27842F46}"/>
                </a:ext>
              </a:extLst>
            </p:cNvPr>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2400">
                <a:latin typeface="Times New Roman" panose="02020603050405020304" pitchFamily="18" charset="0"/>
              </a:endParaRPr>
            </a:p>
          </p:txBody>
        </p:sp>
        <p:sp>
          <p:nvSpPr>
            <p:cNvPr id="1035" name="Rectangle 11">
              <a:extLst>
                <a:ext uri="{FF2B5EF4-FFF2-40B4-BE49-F238E27FC236}">
                  <a16:creationId xmlns:a16="http://schemas.microsoft.com/office/drawing/2014/main" id="{B6CF839E-29D6-4B1A-929F-054FF8F5B383}"/>
                </a:ext>
              </a:extLst>
            </p:cNvPr>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a:solidFill>
                  <a:schemeClr val="accent2"/>
                </a:solidFill>
              </a:endParaRPr>
            </a:p>
          </p:txBody>
        </p:sp>
        <p:sp>
          <p:nvSpPr>
            <p:cNvPr id="1036" name="Rectangle 12">
              <a:extLst>
                <a:ext uri="{FF2B5EF4-FFF2-40B4-BE49-F238E27FC236}">
                  <a16:creationId xmlns:a16="http://schemas.microsoft.com/office/drawing/2014/main" id="{4465B125-0FB4-40E3-8CBD-FB17C75945C6}"/>
                </a:ext>
              </a:extLst>
            </p:cNvPr>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a:solidFill>
                  <a:schemeClr val="accent2"/>
                </a:solidFill>
              </a:endParaRPr>
            </a:p>
          </p:txBody>
        </p:sp>
      </p:grpSp>
      <p:sp>
        <p:nvSpPr>
          <p:cNvPr id="1028" name="Rectangle 13">
            <a:extLst>
              <a:ext uri="{FF2B5EF4-FFF2-40B4-BE49-F238E27FC236}">
                <a16:creationId xmlns:a16="http://schemas.microsoft.com/office/drawing/2014/main" id="{C08B2465-8FD8-4F2B-AF2B-B72101A2994D}"/>
              </a:ext>
            </a:extLst>
          </p:cNvPr>
          <p:cNvSpPr>
            <a:spLocks noGrp="1" noChangeArrowheads="1"/>
          </p:cNvSpPr>
          <p:nvPr>
            <p:ph type="title" idx="4294967295"/>
          </p:nvPr>
        </p:nvSpPr>
        <p:spPr bwMode="auto">
          <a:xfrm>
            <a:off x="457200" y="4572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9" name="Rectangle 14">
            <a:extLst>
              <a:ext uri="{FF2B5EF4-FFF2-40B4-BE49-F238E27FC236}">
                <a16:creationId xmlns:a16="http://schemas.microsoft.com/office/drawing/2014/main" id="{ED1723CE-5771-4D8F-A6CE-0BAE823A637A}"/>
              </a:ext>
            </a:extLst>
          </p:cNvPr>
          <p:cNvSpPr>
            <a:spLocks noGrp="1" noChangeArrowheads="1"/>
          </p:cNvSpPr>
          <p:nvPr>
            <p:ph type="body" idx="4294967295"/>
          </p:nvPr>
        </p:nvSpPr>
        <p:spPr bwMode="auto">
          <a:xfrm>
            <a:off x="457200" y="1981200"/>
            <a:ext cx="8229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2" name="Rectangle 15">
            <a:extLst>
              <a:ext uri="{FF2B5EF4-FFF2-40B4-BE49-F238E27FC236}">
                <a16:creationId xmlns:a16="http://schemas.microsoft.com/office/drawing/2014/main" id="{280DE4E0-CB9B-458B-B277-4124EC3FD11C}"/>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buFontTx/>
              <a:buNone/>
              <a:defRPr sz="1200" b="1"/>
            </a:lvl1pPr>
          </a:lstStyle>
          <a:p>
            <a:pPr>
              <a:defRPr/>
            </a:pPr>
            <a:fld id="{21891FD0-2CC9-4D10-A129-8E84BD0AD4C2}" type="datetime1">
              <a:rPr lang="zh-CN" altLang="en-US"/>
              <a:pPr>
                <a:defRPr/>
              </a:pPr>
              <a:t>2021/6/24</a:t>
            </a:fld>
            <a:endParaRPr lang="en-US" altLang="zh-CN"/>
          </a:p>
        </p:txBody>
      </p:sp>
    </p:spTree>
    <p:extLst>
      <p:ext uri="{BB962C8B-B14F-4D97-AF65-F5344CB8AC3E}">
        <p14:creationId xmlns:p14="http://schemas.microsoft.com/office/powerpoint/2010/main" val="2656697855"/>
      </p:ext>
    </p:extLst>
  </p:cSld>
  <p:clrMap bg1="lt1" tx1="dk1" bg2="lt2" tx2="dk2" accent1="accent1" accent2="accent2" accent3="accent3" accent4="accent4" accent5="accent5" accent6="accent6" hlink="hlink" folHlink="folHlink"/>
  <p:sldLayoutIdLst>
    <p:sldLayoutId id="2147484188" r:id="rId1"/>
    <p:sldLayoutId id="2147484189" r:id="rId2"/>
    <p:sldLayoutId id="2147484190" r:id="rId3"/>
    <p:sldLayoutId id="2147484191" r:id="rId4"/>
    <p:sldLayoutId id="2147484192" r:id="rId5"/>
    <p:sldLayoutId id="2147484193" r:id="rId6"/>
    <p:sldLayoutId id="2147484194" r:id="rId7"/>
    <p:sldLayoutId id="2147484195" r:id="rId8"/>
    <p:sldLayoutId id="2147484196" r:id="rId9"/>
    <p:sldLayoutId id="2147484197" r:id="rId10"/>
    <p:sldLayoutId id="2147484198" r:id="rId11"/>
    <p:sldLayoutId id="2147484199" r:id="rId12"/>
  </p:sldLayoutIdLst>
  <p:hf sldNum="0" hdr="0" ftr="0"/>
  <p:txStyles>
    <p:titleStyle>
      <a:lvl1pPr algn="l" rtl="0" eaLnBrk="1" fontAlgn="base" hangingPunct="1">
        <a:spcBef>
          <a:spcPct val="0"/>
        </a:spcBef>
        <a:spcAft>
          <a:spcPct val="0"/>
        </a:spcAft>
        <a:defRPr sz="4400" b="1" kern="1200">
          <a:solidFill>
            <a:srgbClr val="0033CC"/>
          </a:solidFill>
          <a:latin typeface="+mj-lt"/>
          <a:ea typeface="+mj-ea"/>
          <a:cs typeface="+mj-cs"/>
        </a:defRPr>
      </a:lvl1pPr>
      <a:lvl2pPr algn="l" rtl="0" eaLnBrk="1" fontAlgn="base" hangingPunct="1">
        <a:spcBef>
          <a:spcPct val="0"/>
        </a:spcBef>
        <a:spcAft>
          <a:spcPct val="0"/>
        </a:spcAft>
        <a:defRPr sz="4400" b="1">
          <a:solidFill>
            <a:srgbClr val="0033CC"/>
          </a:solidFill>
          <a:latin typeface="Arial" panose="020B0604020202020204" pitchFamily="34" charset="0"/>
          <a:ea typeface="宋体" panose="02010600030101010101" pitchFamily="2" charset="-122"/>
        </a:defRPr>
      </a:lvl2pPr>
      <a:lvl3pPr algn="l" rtl="0" eaLnBrk="1" fontAlgn="base" hangingPunct="1">
        <a:spcBef>
          <a:spcPct val="0"/>
        </a:spcBef>
        <a:spcAft>
          <a:spcPct val="0"/>
        </a:spcAft>
        <a:defRPr sz="4400" b="1">
          <a:solidFill>
            <a:srgbClr val="0033CC"/>
          </a:solidFill>
          <a:latin typeface="Arial" panose="020B0604020202020204" pitchFamily="34" charset="0"/>
          <a:ea typeface="宋体" panose="02010600030101010101" pitchFamily="2" charset="-122"/>
        </a:defRPr>
      </a:lvl3pPr>
      <a:lvl4pPr algn="l" rtl="0" eaLnBrk="1" fontAlgn="base" hangingPunct="1">
        <a:spcBef>
          <a:spcPct val="0"/>
        </a:spcBef>
        <a:spcAft>
          <a:spcPct val="0"/>
        </a:spcAft>
        <a:defRPr sz="4400" b="1">
          <a:solidFill>
            <a:srgbClr val="0033CC"/>
          </a:solidFill>
          <a:latin typeface="Arial" panose="020B0604020202020204" pitchFamily="34" charset="0"/>
          <a:ea typeface="宋体" panose="02010600030101010101" pitchFamily="2" charset="-122"/>
        </a:defRPr>
      </a:lvl4pPr>
      <a:lvl5pPr algn="l" rtl="0" eaLnBrk="1" fontAlgn="base" hangingPunct="1">
        <a:spcBef>
          <a:spcPct val="0"/>
        </a:spcBef>
        <a:spcAft>
          <a:spcPct val="0"/>
        </a:spcAft>
        <a:defRPr sz="4400" b="1">
          <a:solidFill>
            <a:srgbClr val="0033CC"/>
          </a:solidFill>
          <a:latin typeface="Arial" panose="020B0604020202020204" pitchFamily="34" charset="0"/>
          <a:ea typeface="宋体" panose="02010600030101010101" pitchFamily="2" charset="-122"/>
        </a:defRPr>
      </a:lvl5pPr>
      <a:lvl6pPr marL="457200" algn="l" rtl="0" eaLnBrk="1" fontAlgn="base" hangingPunct="1">
        <a:spcBef>
          <a:spcPct val="0"/>
        </a:spcBef>
        <a:spcAft>
          <a:spcPct val="0"/>
        </a:spcAft>
        <a:defRPr sz="4400" b="1">
          <a:solidFill>
            <a:srgbClr val="0033CC"/>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4400" b="1">
          <a:solidFill>
            <a:srgbClr val="0033CC"/>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4400" b="1">
          <a:solidFill>
            <a:srgbClr val="0033CC"/>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4400" b="1">
          <a:solidFill>
            <a:srgbClr val="0033CC"/>
          </a:solidFill>
          <a:latin typeface="Arial" panose="020B060402020202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n"/>
        <a:defRPr sz="3200" b="1" kern="1200">
          <a:solidFill>
            <a:srgbClr val="3333FF"/>
          </a:solidFill>
          <a:latin typeface="+mn-lt"/>
          <a:ea typeface="+mn-ea"/>
          <a:cs typeface="+mn-cs"/>
        </a:defRPr>
      </a:lvl1pPr>
      <a:lvl2pPr marL="742950" indent="-285750" algn="l" rtl="0" eaLnBrk="1" fontAlgn="base" hangingPunct="1">
        <a:spcBef>
          <a:spcPct val="20000"/>
        </a:spcBef>
        <a:spcAft>
          <a:spcPct val="0"/>
        </a:spcAft>
        <a:buClr>
          <a:schemeClr val="accent2"/>
        </a:buClr>
        <a:buSzPct val="80000"/>
        <a:buFont typeface="Wingdings" panose="05000000000000000000" pitchFamily="2" charset="2"/>
        <a:buChar char="¨"/>
        <a:defRPr sz="2800" b="1" kern="1200">
          <a:solidFill>
            <a:srgbClr val="FF3399"/>
          </a:solidFill>
          <a:latin typeface="+mn-lt"/>
          <a:ea typeface="+mn-ea"/>
          <a:cs typeface="+mn-cs"/>
        </a:defRPr>
      </a:lvl2pPr>
      <a:lvl3pPr marL="1143000" indent="-228600" algn="l" rtl="0" eaLnBrk="1" fontAlgn="base" hangingPunct="1">
        <a:spcBef>
          <a:spcPct val="20000"/>
        </a:spcBef>
        <a:spcAft>
          <a:spcPct val="0"/>
        </a:spcAft>
        <a:buClr>
          <a:schemeClr val="bg2"/>
        </a:buClr>
        <a:buSzPct val="65000"/>
        <a:buFont typeface="Wingdings" panose="05000000000000000000" pitchFamily="2" charset="2"/>
        <a:buChar char="n"/>
        <a:defRPr sz="2400" b="1" kern="1200">
          <a:solidFill>
            <a:schemeClr val="tx1"/>
          </a:solidFill>
          <a:latin typeface="+mn-lt"/>
          <a:ea typeface="+mn-ea"/>
          <a:cs typeface="+mn-cs"/>
        </a:defRPr>
      </a:lvl3pPr>
      <a:lvl4pPr marL="1600200" indent="-228600" algn="l" rtl="0" eaLnBrk="1" fontAlgn="base" hangingPunct="1">
        <a:spcBef>
          <a:spcPct val="20000"/>
        </a:spcBef>
        <a:spcAft>
          <a:spcPct val="0"/>
        </a:spcAft>
        <a:buClr>
          <a:schemeClr val="accent2"/>
        </a:buClr>
        <a:buSzPct val="70000"/>
        <a:buFont typeface="Wingdings" panose="05000000000000000000" pitchFamily="2" charset="2"/>
        <a:buChar char="¨"/>
        <a:defRPr sz="2000" b="1" kern="1200">
          <a:solidFill>
            <a:schemeClr val="tx1"/>
          </a:solidFill>
          <a:latin typeface="+mn-lt"/>
          <a:ea typeface="+mn-ea"/>
          <a:cs typeface="+mn-cs"/>
        </a:defRPr>
      </a:lvl4pPr>
      <a:lvl5pPr marL="2057400" indent="-228600" algn="l" rtl="0" eaLnBrk="1" fontAlgn="base" hangingPunct="1">
        <a:spcBef>
          <a:spcPct val="20000"/>
        </a:spcBef>
        <a:spcAft>
          <a:spcPct val="0"/>
        </a:spcAft>
        <a:buClr>
          <a:schemeClr val="bg2"/>
        </a:buClr>
        <a:buFont typeface="Wingdings" panose="05000000000000000000" pitchFamily="2" charset="2"/>
        <a:buChar char="§"/>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501650" y="119063"/>
            <a:ext cx="62579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a:t>
            </a:r>
          </a:p>
        </p:txBody>
      </p:sp>
      <p:sp>
        <p:nvSpPr>
          <p:cNvPr id="1027" name="文本占位符 2"/>
          <p:cNvSpPr>
            <a:spLocks noGrp="1" noChangeArrowheads="1"/>
          </p:cNvSpPr>
          <p:nvPr>
            <p:ph type="body" idx="9"/>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hangingPunct="1">
              <a:buFontTx/>
              <a:buNone/>
              <a:defRPr sz="1200">
                <a:solidFill>
                  <a:schemeClr val="tx1">
                    <a:tint val="75000"/>
                  </a:schemeClr>
                </a:solidFill>
              </a:defRPr>
            </a:lvl1pPr>
          </a:lstStyle>
          <a:p>
            <a:pPr>
              <a:defRPr/>
            </a:pPr>
            <a:fld id="{D7AB6E7A-3312-4D42-BB2E-656CEE5DF731}" type="datetime1">
              <a:rPr lang="zh-CN" altLang="en-US" smtClean="0"/>
              <a:t>2021/6/24</a:t>
            </a:fld>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hangingPunct="1">
              <a:buFontTx/>
              <a:buNone/>
              <a:defRPr sz="1200">
                <a:solidFill>
                  <a:schemeClr val="tx1">
                    <a:tint val="75000"/>
                  </a:schemeClr>
                </a:solidFill>
              </a:defRPr>
            </a:lvl1pPr>
          </a:lstStyle>
          <a:p>
            <a:pPr>
              <a:defRPr/>
            </a:pPr>
            <a:fld id="{B504193A-5286-4E34-A95B-5A486B9B64C7}" type="slidenum">
              <a:rPr lang="zh-CN" altLang="en-US"/>
              <a:t>‹#›</a:t>
            </a:fld>
            <a:endParaRPr lang="zh-CN" altLang="en-US"/>
          </a:p>
        </p:txBody>
      </p:sp>
      <p:pic>
        <p:nvPicPr>
          <p:cNvPr id="1030" name="Picture 2" descr="未标题-2 - 副本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31" name="直接连接符 4"/>
          <p:cNvCxnSpPr>
            <a:cxnSpLocks noChangeShapeType="1"/>
          </p:cNvCxnSpPr>
          <p:nvPr/>
        </p:nvCxn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cxnSp>
        <p:nvCxnSpPr>
          <p:cNvPr id="1032" name="直接连接符 14"/>
          <p:cNvCxnSpPr>
            <a:cxnSpLocks noChangeShapeType="1"/>
          </p:cNvCxnSpPr>
          <p:nvPr/>
        </p:nvCxn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pic>
        <p:nvPicPr>
          <p:cNvPr id="1033" name="Picture 19" descr="C:\Users\Administrator\Desktop\2校徽、中英文字体及标准色的组合.pn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8578744"/>
      </p:ext>
    </p:extLst>
  </p:cSld>
  <p:clrMap bg1="lt1" tx1="dk1" bg2="lt2" tx2="dk2" accent1="accent1" accent2="accent2" accent3="accent3" accent4="accent4" accent5="accent5" accent6="accent6" hlink="hlink" folHlink="folHlink"/>
  <p:sldLayoutIdLst>
    <p:sldLayoutId id="2147484201" r:id="rId1"/>
    <p:sldLayoutId id="2147484202" r:id="rId2"/>
    <p:sldLayoutId id="2147484203" r:id="rId3"/>
    <p:sldLayoutId id="2147484204" r:id="rId4"/>
    <p:sldLayoutId id="2147484205" r:id="rId5"/>
    <p:sldLayoutId id="2147484206" r:id="rId6"/>
    <p:sldLayoutId id="2147484207" r:id="rId7"/>
    <p:sldLayoutId id="2147484208" r:id="rId8"/>
    <p:sldLayoutId id="2147484209" r:id="rId9"/>
    <p:sldLayoutId id="2147484210" r:id="rId10"/>
    <p:sldLayoutId id="2147484211" r:id="rId11"/>
  </p:sldLayoutIdLst>
  <p:transition>
    <p:wipe dir="u"/>
  </p:transition>
  <p:hf hdr="0" ftr="0" dt="0"/>
  <p:txStyles>
    <p:titleStyle>
      <a:lvl1pPr algn="l" rtl="0" eaLnBrk="1" fontAlgn="base" hangingPunct="1">
        <a:lnSpc>
          <a:spcPct val="90000"/>
        </a:lnSpc>
        <a:spcBef>
          <a:spcPct val="0"/>
        </a:spcBef>
        <a:spcAft>
          <a:spcPct val="0"/>
        </a:spcAft>
        <a:defRPr sz="4400" kern="1200">
          <a:solidFill>
            <a:schemeClr val="bg1"/>
          </a:solidFill>
          <a:latin typeface="+mj-lt"/>
          <a:ea typeface="+mj-ea"/>
          <a:cs typeface="+mj-cs"/>
        </a:defRPr>
      </a:lvl1pPr>
      <a:lvl2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2pPr>
      <a:lvl3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3pPr>
      <a:lvl4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4pPr>
      <a:lvl5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5pPr>
      <a:lvl6pPr marL="4572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6pPr>
      <a:lvl7pPr marL="9144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7pPr>
      <a:lvl8pPr marL="13716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8pPr>
      <a:lvl9pPr marL="18288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4.xml"/><Relationship Id="rId1" Type="http://schemas.openxmlformats.org/officeDocument/2006/relationships/vmlDrawing" Target="../drawings/vmlDrawing1.vml"/><Relationship Id="rId4" Type="http://schemas.openxmlformats.org/officeDocument/2006/relationships/image" Target="../media/image5.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3BE0617E-0DDE-4036-827E-69D62263D64F}"/>
              </a:ext>
            </a:extLst>
          </p:cNvPr>
          <p:cNvSpPr>
            <a:spLocks noGrp="1" noChangeArrowheads="1"/>
          </p:cNvSpPr>
          <p:nvPr>
            <p:ph type="ctrTitle"/>
          </p:nvPr>
        </p:nvSpPr>
        <p:spPr/>
        <p:txBody>
          <a:bodyPr lIns="90488" tIns="44450" rIns="90488" bIns="44450">
            <a:normAutofit/>
          </a:bodyPr>
          <a:lstStyle/>
          <a:p>
            <a:pPr algn="ctr" eaLnBrk="1" hangingPunct="1"/>
            <a:r>
              <a:rPr lang="zh-CN" altLang="en-US" sz="5400" b="1" dirty="0">
                <a:solidFill>
                  <a:srgbClr val="000000"/>
                </a:solidFill>
                <a:latin typeface="黑体" panose="02010609060101010101" pitchFamily="49" charset="-122"/>
                <a:ea typeface="黑体" panose="02010609060101010101" pitchFamily="49" charset="-122"/>
              </a:rPr>
              <a:t>软件体系结构</a:t>
            </a:r>
            <a:br>
              <a:rPr lang="zh-CN" altLang="en-US" sz="5400" b="1" dirty="0">
                <a:solidFill>
                  <a:srgbClr val="000000"/>
                </a:solidFill>
                <a:latin typeface="黑体" panose="02010609060101010101" pitchFamily="49" charset="-122"/>
                <a:ea typeface="黑体" panose="02010609060101010101" pitchFamily="49" charset="-122"/>
              </a:rPr>
            </a:br>
            <a:endParaRPr lang="zh-CN" altLang="en-US" sz="5400" b="1" dirty="0">
              <a:solidFill>
                <a:srgbClr val="000000"/>
              </a:solidFill>
              <a:latin typeface="黑体" panose="02010609060101010101" pitchFamily="49" charset="-122"/>
              <a:ea typeface="黑体" panose="02010609060101010101" pitchFamily="49" charset="-122"/>
            </a:endParaRPr>
          </a:p>
        </p:txBody>
      </p:sp>
      <p:sp>
        <p:nvSpPr>
          <p:cNvPr id="4099" name="Rectangle 4">
            <a:extLst>
              <a:ext uri="{FF2B5EF4-FFF2-40B4-BE49-F238E27FC236}">
                <a16:creationId xmlns:a16="http://schemas.microsoft.com/office/drawing/2014/main" id="{7588A1A2-9F24-4A31-B8F1-54744D965E9D}"/>
              </a:ext>
            </a:extLst>
          </p:cNvPr>
          <p:cNvSpPr>
            <a:spLocks noGrp="1" noChangeArrowheads="1"/>
          </p:cNvSpPr>
          <p:nvPr>
            <p:ph type="subTitle" idx="1"/>
          </p:nvPr>
        </p:nvSpPr>
        <p:spPr/>
        <p:txBody>
          <a:bodyPr/>
          <a:lstStyle/>
          <a:p>
            <a:pPr eaLnBrk="1" hangingPunct="1"/>
            <a:r>
              <a:rPr lang="en-US" altLang="zh-CN" dirty="0"/>
              <a:t>  </a:t>
            </a:r>
            <a:endParaRPr lang="zh-CN" altLang="en-US" dirty="0"/>
          </a:p>
        </p:txBody>
      </p:sp>
      <p:sp>
        <p:nvSpPr>
          <p:cNvPr id="4" name="Rectangle 3">
            <a:extLst>
              <a:ext uri="{FF2B5EF4-FFF2-40B4-BE49-F238E27FC236}">
                <a16:creationId xmlns:a16="http://schemas.microsoft.com/office/drawing/2014/main" id="{76AC877D-A88A-424C-954B-D7E132CF5CD9}"/>
              </a:ext>
            </a:extLst>
          </p:cNvPr>
          <p:cNvSpPr txBox="1">
            <a:spLocks noChangeArrowheads="1"/>
          </p:cNvSpPr>
          <p:nvPr/>
        </p:nvSpPr>
        <p:spPr bwMode="auto">
          <a:xfrm>
            <a:off x="395536" y="3520662"/>
            <a:ext cx="852805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0" indent="0" algn="ctr" rtl="0" eaLnBrk="1" fontAlgn="base" hangingPunct="1">
              <a:lnSpc>
                <a:spcPct val="90000"/>
              </a:lnSpc>
              <a:spcBef>
                <a:spcPts val="1000"/>
              </a:spcBef>
              <a:spcAft>
                <a:spcPct val="0"/>
              </a:spcAft>
              <a:buFont typeface="Arial" panose="020B0604020202020204" pitchFamily="34" charset="0"/>
              <a:buNone/>
              <a:defRPr sz="2400" kern="1200">
                <a:solidFill>
                  <a:schemeClr val="tx1"/>
                </a:solidFill>
                <a:latin typeface="+mn-lt"/>
                <a:ea typeface="+mn-ea"/>
                <a:cs typeface="+mn-cs"/>
              </a:defRPr>
            </a:lvl1pPr>
            <a:lvl2pPr marL="457200" indent="0" algn="ctr" rtl="0" eaLnBrk="1" fontAlgn="base" hangingPunct="1">
              <a:lnSpc>
                <a:spcPct val="90000"/>
              </a:lnSpc>
              <a:spcBef>
                <a:spcPts val="500"/>
              </a:spcBef>
              <a:spcAft>
                <a:spcPct val="0"/>
              </a:spcAft>
              <a:buFont typeface="Arial" panose="020B0604020202020204" pitchFamily="34" charset="0"/>
              <a:buNone/>
              <a:defRPr sz="2000" kern="1200">
                <a:solidFill>
                  <a:schemeClr val="tx1"/>
                </a:solidFill>
                <a:latin typeface="+mn-lt"/>
                <a:ea typeface="+mn-ea"/>
                <a:cs typeface="+mn-cs"/>
              </a:defRPr>
            </a:lvl2pPr>
            <a:lvl3pPr marL="914400" indent="0" algn="ctr" rtl="0" eaLnBrk="1" fontAlgn="base" hangingPunct="1">
              <a:lnSpc>
                <a:spcPct val="90000"/>
              </a:lnSpc>
              <a:spcBef>
                <a:spcPts val="500"/>
              </a:spcBef>
              <a:spcAft>
                <a:spcPct val="0"/>
              </a:spcAft>
              <a:buFont typeface="Arial" panose="020B0604020202020204" pitchFamily="34" charset="0"/>
              <a:buNone/>
              <a:defRPr sz="1800" kern="1200">
                <a:solidFill>
                  <a:schemeClr val="tx1"/>
                </a:solidFill>
                <a:latin typeface="+mn-lt"/>
                <a:ea typeface="+mn-ea"/>
                <a:cs typeface="+mn-cs"/>
              </a:defRPr>
            </a:lvl3pPr>
            <a:lvl4pPr marL="1371600" indent="0" algn="ctr" rtl="0" eaLnBrk="1" fontAlgn="base" hangingPunct="1">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4pPr>
            <a:lvl5pPr marL="1828800" indent="0" algn="ctr" rtl="0" eaLnBrk="1" fontAlgn="base" hangingPunct="1">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4000" dirty="0">
                <a:ea typeface="黑体" panose="02010609060101010101" pitchFamily="49" charset="-122"/>
              </a:rPr>
              <a:t>第</a:t>
            </a:r>
            <a:r>
              <a:rPr lang="en-US" altLang="zh-CN" sz="4000" dirty="0">
                <a:ea typeface="黑体" panose="02010609060101010101" pitchFamily="49" charset="-122"/>
              </a:rPr>
              <a:t>3</a:t>
            </a:r>
            <a:r>
              <a:rPr lang="zh-CN" altLang="en-US" sz="4000" dirty="0">
                <a:ea typeface="黑体" panose="02010609060101010101" pitchFamily="49" charset="-122"/>
              </a:rPr>
              <a:t>章 </a:t>
            </a:r>
            <a:r>
              <a:rPr lang="en-US" altLang="zh-CN" sz="4000" dirty="0">
                <a:ea typeface="黑体" panose="02010609060101010101" pitchFamily="49" charset="-122"/>
              </a:rPr>
              <a:t> </a:t>
            </a:r>
            <a:r>
              <a:rPr lang="zh-CN" altLang="en-US" sz="4000" dirty="0">
                <a:ea typeface="黑体" panose="02010609060101010101" pitchFamily="49" charset="-122"/>
              </a:rPr>
              <a:t>软件体系结构质量</a:t>
            </a:r>
            <a:endParaRPr lang="en-US" altLang="zh-CN" sz="4000" dirty="0">
              <a:ea typeface="黑体" panose="02010609060101010101" pitchFamily="49" charset="-122"/>
            </a:endParaRPr>
          </a:p>
          <a:p>
            <a:endParaRPr lang="en-US" altLang="zh-CN" sz="4000" dirty="0">
              <a:ea typeface="黑体" panose="02010609060101010101" pitchFamily="49" charset="-122"/>
            </a:endParaRPr>
          </a:p>
          <a:p>
            <a:r>
              <a:rPr lang="zh-CN" altLang="en-US" sz="2800" dirty="0">
                <a:ea typeface="黑体" panose="02010609060101010101" pitchFamily="49" charset="-122"/>
              </a:rPr>
              <a:t>李晅松</a:t>
            </a:r>
            <a:endParaRPr lang="en-US" altLang="zh-CN" sz="2800" dirty="0">
              <a:ea typeface="黑体" panose="02010609060101010101" pitchFamily="49" charset="-122"/>
            </a:endParaRPr>
          </a:p>
          <a:p>
            <a:r>
              <a:rPr lang="zh-CN" altLang="en-US" sz="2800" dirty="0">
                <a:ea typeface="黑体" panose="02010609060101010101" pitchFamily="49" charset="-122"/>
              </a:rPr>
              <a:t>南京理工大学计算机科学与工程学院</a:t>
            </a:r>
            <a:endParaRPr lang="en-US" altLang="zh-CN" sz="2800" dirty="0">
              <a:ea typeface="黑体" panose="02010609060101010101" pitchFamily="49" charset="-122"/>
            </a:endParaRPr>
          </a:p>
          <a:p>
            <a:r>
              <a:rPr lang="en-US" altLang="zh-CN" sz="2800" dirty="0">
                <a:ea typeface="黑体" panose="02010609060101010101" pitchFamily="49" charset="-122"/>
              </a:rPr>
              <a:t>lixs@njust.edu.cn</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3D5942-01B6-4D0E-A2D0-14B78EEB4DDE}"/>
              </a:ext>
            </a:extLst>
          </p:cNvPr>
          <p:cNvSpPr>
            <a:spLocks noGrp="1"/>
          </p:cNvSpPr>
          <p:nvPr>
            <p:ph type="title"/>
          </p:nvPr>
        </p:nvSpPr>
        <p:spPr/>
        <p:txBody>
          <a:bodyPr/>
          <a:lstStyle/>
          <a:p>
            <a:r>
              <a:rPr kumimoji="1" lang="zh-CN" altLang="en-US" b="1" dirty="0">
                <a:latin typeface="Times New Roman" pitchFamily="18" charset="0"/>
                <a:ea typeface="黑体" pitchFamily="2" charset="-122"/>
              </a:rPr>
              <a:t>软件体系结构质量</a:t>
            </a:r>
            <a:endParaRPr lang="zh-CN" altLang="en-US" dirty="0"/>
          </a:p>
        </p:txBody>
      </p:sp>
      <p:sp>
        <p:nvSpPr>
          <p:cNvPr id="9218" name="Rectangle 3">
            <a:extLst>
              <a:ext uri="{FF2B5EF4-FFF2-40B4-BE49-F238E27FC236}">
                <a16:creationId xmlns:a16="http://schemas.microsoft.com/office/drawing/2014/main" id="{E31A1ABC-543F-4027-A988-25A605C2CE1F}"/>
              </a:ext>
            </a:extLst>
          </p:cNvPr>
          <p:cNvSpPr>
            <a:spLocks noGrp="1"/>
          </p:cNvSpPr>
          <p:nvPr>
            <p:ph idx="1"/>
          </p:nvPr>
        </p:nvSpPr>
        <p:spPr/>
        <p:txBody>
          <a:bodyPr/>
          <a:lstStyle/>
          <a:p>
            <a:r>
              <a:rPr lang="zh-CN" altLang="en-US" sz="2800" b="1" dirty="0">
                <a:latin typeface="华文中宋" panose="02010600040101010101" pitchFamily="2" charset="-122"/>
              </a:rPr>
              <a:t>引言</a:t>
            </a:r>
            <a:endParaRPr lang="en-US" altLang="zh-CN" sz="2800" b="1" dirty="0">
              <a:latin typeface="华文中宋" panose="02010600040101010101" pitchFamily="2" charset="-122"/>
            </a:endParaRPr>
          </a:p>
          <a:p>
            <a:r>
              <a:rPr lang="zh-CN" altLang="en-US" sz="2800" b="1" dirty="0">
                <a:latin typeface="华文中宋" panose="02010600040101010101" pitchFamily="2" charset="-122"/>
              </a:rPr>
              <a:t>软件体系结构与质量属性</a:t>
            </a:r>
            <a:endParaRPr lang="en-US" altLang="zh-CN" sz="2800" b="1" dirty="0">
              <a:latin typeface="华文中宋" panose="02010600040101010101" pitchFamily="2" charset="-122"/>
            </a:endParaRPr>
          </a:p>
          <a:p>
            <a:r>
              <a:rPr lang="zh-CN" altLang="en-US" sz="2800" b="1" dirty="0">
                <a:latin typeface="华文中宋" panose="02010600040101010101" pitchFamily="2" charset="-122"/>
              </a:rPr>
              <a:t>软件体系结构质量指标</a:t>
            </a:r>
            <a:endParaRPr lang="en-US" altLang="zh-CN" sz="2800" b="1" dirty="0">
              <a:latin typeface="华文中宋" panose="02010600040101010101" pitchFamily="2" charset="-122"/>
            </a:endParaRPr>
          </a:p>
          <a:p>
            <a:r>
              <a:rPr lang="zh-CN" altLang="en-US" sz="2800" b="1" dirty="0">
                <a:latin typeface="华文中宋" panose="02010600040101010101" pitchFamily="2" charset="-122"/>
              </a:rPr>
              <a:t>软件体系结构质量保障和评估方法</a:t>
            </a:r>
            <a:endParaRPr lang="en-US" altLang="zh-CN" sz="2800" b="1" dirty="0">
              <a:latin typeface="华文中宋" panose="02010600040101010101" pitchFamily="2" charset="-122"/>
            </a:endParaRPr>
          </a:p>
          <a:p>
            <a:r>
              <a:rPr lang="zh-CN" altLang="en-US" sz="2800" b="1" dirty="0">
                <a:latin typeface="华文中宋" panose="02010600040101010101" pitchFamily="2" charset="-122"/>
              </a:rPr>
              <a:t>小结</a:t>
            </a:r>
            <a:endParaRPr lang="en-US" altLang="zh-CN" sz="2800" b="1" dirty="0">
              <a:latin typeface="华文中宋" panose="02010600040101010101" pitchFamily="2" charset="-122"/>
            </a:endParaRPr>
          </a:p>
        </p:txBody>
      </p:sp>
      <p:sp>
        <p:nvSpPr>
          <p:cNvPr id="7173" name="Rectangle 5">
            <a:extLst>
              <a:ext uri="{FF2B5EF4-FFF2-40B4-BE49-F238E27FC236}">
                <a16:creationId xmlns:a16="http://schemas.microsoft.com/office/drawing/2014/main" id="{0431F97A-8E6F-4A01-90F7-6C8934BE5909}"/>
              </a:ext>
            </a:extLst>
          </p:cNvPr>
          <p:cNvSpPr>
            <a:spLocks noChangeArrowheads="1"/>
          </p:cNvSpPr>
          <p:nvPr/>
        </p:nvSpPr>
        <p:spPr bwMode="auto">
          <a:xfrm>
            <a:off x="1571625" y="500063"/>
            <a:ext cx="6870700" cy="457200"/>
          </a:xfrm>
          <a:prstGeom prst="rect">
            <a:avLst/>
          </a:prstGeom>
          <a:noFill/>
          <a:ln w="9525">
            <a:noFill/>
            <a:miter lim="800000"/>
            <a:headEnd/>
            <a:tailEnd/>
          </a:ln>
        </p:spPr>
        <p:txBody>
          <a:bodyPr anchor="b"/>
          <a:lstStyle/>
          <a:p>
            <a:pPr>
              <a:defRPr/>
            </a:pPr>
            <a:endParaRPr lang="zh-CN" altLang="en-US" sz="4000" dirty="0">
              <a:effectLst>
                <a:outerShdw blurRad="50000" dist="30000" dir="5400000" algn="tl" rotWithShape="0">
                  <a:srgbClr val="000000">
                    <a:alpha val="30000"/>
                  </a:srgbClr>
                </a:outerShdw>
              </a:effectLst>
              <a:latin typeface="黑体" pitchFamily="49" charset="-122"/>
              <a:ea typeface="黑体" pitchFamily="49" charset="-122"/>
              <a:cs typeface="+mj-cs"/>
            </a:endParaRPr>
          </a:p>
        </p:txBody>
      </p:sp>
    </p:spTree>
  </p:cSld>
  <p:clrMapOvr>
    <a:masterClrMapping/>
  </p:clrMapOvr>
  <p:transition>
    <p:wipe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608EA-D2F1-4B75-8A20-1B7ACA0D2119}"/>
              </a:ext>
            </a:extLst>
          </p:cNvPr>
          <p:cNvSpPr>
            <a:spLocks noGrp="1"/>
          </p:cNvSpPr>
          <p:nvPr>
            <p:ph type="title"/>
          </p:nvPr>
        </p:nvSpPr>
        <p:spPr/>
        <p:txBody>
          <a:bodyPr/>
          <a:lstStyle/>
          <a:p>
            <a:pPr>
              <a:defRPr/>
            </a:pPr>
            <a:r>
              <a:rPr kumimoji="1" lang="zh-CN" altLang="en-US" sz="4400" dirty="0">
                <a:latin typeface="+mj-ea"/>
              </a:rPr>
              <a:t>引言（</a:t>
            </a:r>
            <a:r>
              <a:rPr kumimoji="1" lang="en-US" altLang="zh-CN" sz="4400" dirty="0">
                <a:latin typeface="+mj-ea"/>
              </a:rPr>
              <a:t>1</a:t>
            </a:r>
            <a:r>
              <a:rPr kumimoji="1" lang="zh-CN" altLang="en-US" sz="4400" dirty="0">
                <a:latin typeface="+mj-ea"/>
              </a:rPr>
              <a:t>）</a:t>
            </a:r>
            <a:endParaRPr lang="zh-CN" altLang="en-US" dirty="0">
              <a:latin typeface="+mj-ea"/>
            </a:endParaRPr>
          </a:p>
        </p:txBody>
      </p:sp>
      <p:sp>
        <p:nvSpPr>
          <p:cNvPr id="10243" name="内容占位符 2">
            <a:extLst>
              <a:ext uri="{FF2B5EF4-FFF2-40B4-BE49-F238E27FC236}">
                <a16:creationId xmlns:a16="http://schemas.microsoft.com/office/drawing/2014/main" id="{3CF44BF7-7546-4791-B314-D73CD1B09096}"/>
              </a:ext>
            </a:extLst>
          </p:cNvPr>
          <p:cNvSpPr>
            <a:spLocks noGrp="1"/>
          </p:cNvSpPr>
          <p:nvPr>
            <p:ph idx="1"/>
          </p:nvPr>
        </p:nvSpPr>
        <p:spPr/>
        <p:txBody>
          <a:bodyPr/>
          <a:lstStyle/>
          <a:p>
            <a:r>
              <a:rPr lang="zh-CN" altLang="en-US" dirty="0"/>
              <a:t>软件体系结构的质量也有</a:t>
            </a:r>
            <a:r>
              <a:rPr lang="zh-CN" altLang="en-US" dirty="0">
                <a:solidFill>
                  <a:srgbClr val="FF0000"/>
                </a:solidFill>
              </a:rPr>
              <a:t>内部质量</a:t>
            </a:r>
            <a:r>
              <a:rPr lang="zh-CN" altLang="en-US" dirty="0"/>
              <a:t>和</a:t>
            </a:r>
            <a:r>
              <a:rPr lang="zh-CN" altLang="en-US" dirty="0">
                <a:solidFill>
                  <a:srgbClr val="FF0000"/>
                </a:solidFill>
              </a:rPr>
              <a:t>外部质量</a:t>
            </a:r>
            <a:r>
              <a:rPr lang="zh-CN" altLang="en-US" dirty="0"/>
              <a:t>之分：</a:t>
            </a:r>
          </a:p>
          <a:p>
            <a:pPr lvl="1"/>
            <a:r>
              <a:rPr lang="zh-CN" altLang="en-US" dirty="0"/>
              <a:t>一般认为开发态软件体系结构是软件的静态体系结构，难以在真实环境中进行实际的运行，其质量是内部质量，包含软件体系结构模型、数据、描述文档和视图的质量等；</a:t>
            </a:r>
          </a:p>
          <a:p>
            <a:pPr lvl="1"/>
            <a:r>
              <a:rPr lang="zh-CN" altLang="en-US" dirty="0"/>
              <a:t>处于运行和维护演化过程的软件体系结构，称为运行态软件体系结构（动态体系结构），其质量是外部质量，包含基于该软件体系结构开发的系统的性能、可靠性、安全性等。</a:t>
            </a:r>
          </a:p>
          <a:p>
            <a:endParaRPr lang="zh-CN" altLang="en-US" dirty="0"/>
          </a:p>
        </p:txBody>
      </p:sp>
      <p:sp>
        <p:nvSpPr>
          <p:cNvPr id="10244" name="灯片编号占位符 3">
            <a:extLst>
              <a:ext uri="{FF2B5EF4-FFF2-40B4-BE49-F238E27FC236}">
                <a16:creationId xmlns:a16="http://schemas.microsoft.com/office/drawing/2014/main" id="{57C7D022-7364-4209-BE16-27DE8682CCFB}"/>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FCF6652F-8344-40DE-A3B6-6DF2CBE10538}" type="slidenum">
              <a:rPr lang="en-US" altLang="zh-CN">
                <a:solidFill>
                  <a:srgbClr val="B5A788"/>
                </a:solidFill>
              </a:rPr>
              <a:pPr/>
              <a:t>3</a:t>
            </a:fld>
            <a:endParaRPr lang="en-US" altLang="zh-CN">
              <a:solidFill>
                <a:srgbClr val="B5A788"/>
              </a:solidFill>
            </a:endParaRPr>
          </a:p>
        </p:txBody>
      </p:sp>
    </p:spTree>
  </p:cSld>
  <p:clrMapOvr>
    <a:masterClrMapping/>
  </p:clrMapOvr>
  <p:transition>
    <p:wipe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D2FE4A-A1FF-4D75-B6CF-270FA70B9249}"/>
              </a:ext>
            </a:extLst>
          </p:cNvPr>
          <p:cNvSpPr>
            <a:spLocks noGrp="1"/>
          </p:cNvSpPr>
          <p:nvPr>
            <p:ph type="title"/>
          </p:nvPr>
        </p:nvSpPr>
        <p:spPr/>
        <p:txBody>
          <a:bodyPr/>
          <a:lstStyle/>
          <a:p>
            <a:pPr>
              <a:defRPr/>
            </a:pPr>
            <a:r>
              <a:rPr kumimoji="1" lang="zh-CN" altLang="en-US" sz="4400" dirty="0">
                <a:latin typeface="+mj-ea"/>
              </a:rPr>
              <a:t>引言（</a:t>
            </a:r>
            <a:r>
              <a:rPr kumimoji="1" lang="en-US" altLang="zh-CN" sz="4400" dirty="0">
                <a:latin typeface="+mj-ea"/>
              </a:rPr>
              <a:t>2</a:t>
            </a:r>
            <a:r>
              <a:rPr kumimoji="1" lang="zh-CN" altLang="en-US" sz="4400" dirty="0">
                <a:latin typeface="+mj-ea"/>
              </a:rPr>
              <a:t>）</a:t>
            </a:r>
            <a:endParaRPr lang="zh-CN" altLang="en-US" dirty="0">
              <a:latin typeface="+mj-ea"/>
            </a:endParaRPr>
          </a:p>
        </p:txBody>
      </p:sp>
      <p:sp>
        <p:nvSpPr>
          <p:cNvPr id="11267" name="内容占位符 2">
            <a:extLst>
              <a:ext uri="{FF2B5EF4-FFF2-40B4-BE49-F238E27FC236}">
                <a16:creationId xmlns:a16="http://schemas.microsoft.com/office/drawing/2014/main" id="{C256607A-E3DA-4319-8B9C-7552BB02DFA6}"/>
              </a:ext>
            </a:extLst>
          </p:cNvPr>
          <p:cNvSpPr>
            <a:spLocks noGrp="1"/>
          </p:cNvSpPr>
          <p:nvPr>
            <p:ph idx="1"/>
          </p:nvPr>
        </p:nvSpPr>
        <p:spPr/>
        <p:txBody>
          <a:bodyPr/>
          <a:lstStyle/>
          <a:p>
            <a:r>
              <a:rPr lang="zh-CN" altLang="en-US" dirty="0"/>
              <a:t>讨论软件体系结构质量问题的意义：</a:t>
            </a:r>
          </a:p>
          <a:p>
            <a:pPr lvl="1"/>
            <a:r>
              <a:rPr lang="zh-CN" altLang="en-US" dirty="0"/>
              <a:t>最终软件产品质量问题是当前软件开发发展过程的重要核心关注点之一</a:t>
            </a:r>
          </a:p>
          <a:p>
            <a:pPr lvl="1"/>
            <a:r>
              <a:rPr lang="zh-CN" altLang="en-US" dirty="0"/>
              <a:t>问题发现的越早，解决问题的代价越小</a:t>
            </a:r>
          </a:p>
          <a:p>
            <a:pPr lvl="1"/>
            <a:r>
              <a:rPr lang="zh-CN" altLang="en-US" dirty="0"/>
              <a:t>软件体系结构自身存在着很高的质量需求</a:t>
            </a:r>
          </a:p>
        </p:txBody>
      </p:sp>
      <p:sp>
        <p:nvSpPr>
          <p:cNvPr id="11268" name="灯片编号占位符 3">
            <a:extLst>
              <a:ext uri="{FF2B5EF4-FFF2-40B4-BE49-F238E27FC236}">
                <a16:creationId xmlns:a16="http://schemas.microsoft.com/office/drawing/2014/main" id="{D625735C-D839-42FB-B2ED-DC90A792160A}"/>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311D9998-EF4D-4787-9BB7-287D60644726}" type="slidenum">
              <a:rPr lang="en-US" altLang="zh-CN">
                <a:solidFill>
                  <a:srgbClr val="B5A788"/>
                </a:solidFill>
              </a:rPr>
              <a:pPr/>
              <a:t>4</a:t>
            </a:fld>
            <a:endParaRPr lang="en-US" altLang="zh-CN">
              <a:solidFill>
                <a:srgbClr val="B5A788"/>
              </a:solidFill>
            </a:endParaRPr>
          </a:p>
        </p:txBody>
      </p:sp>
    </p:spTree>
  </p:cSld>
  <p:clrMapOvr>
    <a:masterClrMapping/>
  </p:clrMapOvr>
  <p:transition>
    <p:wipe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3B21C1-0671-420F-85B5-4580F9D6E7FF}"/>
              </a:ext>
            </a:extLst>
          </p:cNvPr>
          <p:cNvSpPr>
            <a:spLocks noGrp="1"/>
          </p:cNvSpPr>
          <p:nvPr>
            <p:ph type="title"/>
          </p:nvPr>
        </p:nvSpPr>
        <p:spPr/>
        <p:txBody>
          <a:bodyPr/>
          <a:lstStyle/>
          <a:p>
            <a:pPr>
              <a:defRPr/>
            </a:pPr>
            <a:r>
              <a:rPr kumimoji="1" lang="zh-CN" altLang="en-US" sz="4400" dirty="0">
                <a:latin typeface="+mj-ea"/>
              </a:rPr>
              <a:t>引言（</a:t>
            </a:r>
            <a:r>
              <a:rPr kumimoji="1" lang="en-US" altLang="zh-CN" sz="4400" dirty="0">
                <a:latin typeface="+mj-ea"/>
              </a:rPr>
              <a:t>3</a:t>
            </a:r>
            <a:r>
              <a:rPr kumimoji="1" lang="zh-CN" altLang="en-US" sz="4400" dirty="0">
                <a:latin typeface="+mj-ea"/>
              </a:rPr>
              <a:t>）</a:t>
            </a:r>
            <a:endParaRPr lang="zh-CN" altLang="en-US" dirty="0">
              <a:latin typeface="+mj-ea"/>
            </a:endParaRPr>
          </a:p>
        </p:txBody>
      </p:sp>
      <p:sp>
        <p:nvSpPr>
          <p:cNvPr id="12291" name="内容占位符 2">
            <a:extLst>
              <a:ext uri="{FF2B5EF4-FFF2-40B4-BE49-F238E27FC236}">
                <a16:creationId xmlns:a16="http://schemas.microsoft.com/office/drawing/2014/main" id="{081986FB-0B12-45E4-8D8E-E2A1A6920586}"/>
              </a:ext>
            </a:extLst>
          </p:cNvPr>
          <p:cNvSpPr>
            <a:spLocks noGrp="1"/>
          </p:cNvSpPr>
          <p:nvPr>
            <p:ph idx="1"/>
          </p:nvPr>
        </p:nvSpPr>
        <p:spPr/>
        <p:txBody>
          <a:bodyPr/>
          <a:lstStyle/>
          <a:p>
            <a:r>
              <a:rPr lang="zh-CN" altLang="en-US" dirty="0"/>
              <a:t>软件体系结构质量保障的好处：</a:t>
            </a:r>
          </a:p>
          <a:p>
            <a:pPr lvl="1"/>
            <a:r>
              <a:rPr lang="zh-CN" altLang="en-US" dirty="0"/>
              <a:t>（</a:t>
            </a:r>
            <a:r>
              <a:rPr lang="en-US" altLang="zh-CN" dirty="0"/>
              <a:t>1</a:t>
            </a:r>
            <a:r>
              <a:rPr lang="zh-CN" altLang="en-US" dirty="0"/>
              <a:t>）对软件体系结构进行精确理解。</a:t>
            </a:r>
          </a:p>
          <a:p>
            <a:pPr lvl="1"/>
            <a:r>
              <a:rPr lang="zh-CN" altLang="en-US" dirty="0"/>
              <a:t>（</a:t>
            </a:r>
            <a:r>
              <a:rPr lang="en-US" altLang="zh-CN" dirty="0"/>
              <a:t>2</a:t>
            </a:r>
            <a:r>
              <a:rPr lang="zh-CN" altLang="en-US" dirty="0"/>
              <a:t>）为相互冲突的目标划定优先级。</a:t>
            </a:r>
          </a:p>
          <a:p>
            <a:pPr lvl="1"/>
            <a:r>
              <a:rPr lang="zh-CN" altLang="en-US" dirty="0"/>
              <a:t>（</a:t>
            </a:r>
            <a:r>
              <a:rPr lang="en-US" altLang="zh-CN" dirty="0"/>
              <a:t>3</a:t>
            </a:r>
            <a:r>
              <a:rPr lang="zh-CN" altLang="en-US" dirty="0"/>
              <a:t>）督促软件体系结构师更详细地编写软件体系结构文档。</a:t>
            </a:r>
          </a:p>
          <a:p>
            <a:pPr lvl="1"/>
            <a:r>
              <a:rPr lang="zh-CN" altLang="en-US" dirty="0"/>
              <a:t>（</a:t>
            </a:r>
            <a:r>
              <a:rPr lang="en-US" altLang="zh-CN" dirty="0"/>
              <a:t>4</a:t>
            </a:r>
            <a:r>
              <a:rPr lang="zh-CN" altLang="en-US" dirty="0"/>
              <a:t>）发现项目之间交叉重用的可能性。</a:t>
            </a:r>
          </a:p>
          <a:p>
            <a:pPr lvl="1"/>
            <a:r>
              <a:rPr lang="zh-CN" altLang="en-US" dirty="0"/>
              <a:t>（</a:t>
            </a:r>
            <a:r>
              <a:rPr lang="en-US" altLang="zh-CN" dirty="0"/>
              <a:t>5</a:t>
            </a:r>
            <a:r>
              <a:rPr lang="zh-CN" altLang="en-US" dirty="0"/>
              <a:t>）提高软件体系结构实践者的水平。</a:t>
            </a:r>
          </a:p>
          <a:p>
            <a:pPr lvl="1"/>
            <a:r>
              <a:rPr lang="zh-CN" altLang="en-US" dirty="0"/>
              <a:t>（</a:t>
            </a:r>
            <a:r>
              <a:rPr lang="en-US" altLang="zh-CN" dirty="0"/>
              <a:t>6</a:t>
            </a:r>
            <a:r>
              <a:rPr lang="zh-CN" altLang="en-US" dirty="0"/>
              <a:t>）有益于该组织未来所从事的项目开发。</a:t>
            </a:r>
          </a:p>
        </p:txBody>
      </p:sp>
      <p:sp>
        <p:nvSpPr>
          <p:cNvPr id="12292" name="灯片编号占位符 3">
            <a:extLst>
              <a:ext uri="{FF2B5EF4-FFF2-40B4-BE49-F238E27FC236}">
                <a16:creationId xmlns:a16="http://schemas.microsoft.com/office/drawing/2014/main" id="{4EDDF152-1F0C-4DB9-9D29-1C5D3C8A88C4}"/>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C2B5E188-575C-4B62-815A-BB95569DA2C2}" type="slidenum">
              <a:rPr lang="en-US" altLang="zh-CN">
                <a:solidFill>
                  <a:srgbClr val="B5A788"/>
                </a:solidFill>
              </a:rPr>
              <a:pPr/>
              <a:t>5</a:t>
            </a:fld>
            <a:endParaRPr lang="en-US" altLang="zh-CN">
              <a:solidFill>
                <a:srgbClr val="B5A788"/>
              </a:solidFill>
            </a:endParaRPr>
          </a:p>
        </p:txBody>
      </p:sp>
    </p:spTree>
  </p:cSld>
  <p:clrMapOvr>
    <a:masterClrMapping/>
  </p:clrMapOvr>
  <p:transition>
    <p:wipe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1FBF28-2AAB-4FD6-B877-29D439B91AE0}"/>
              </a:ext>
            </a:extLst>
          </p:cNvPr>
          <p:cNvSpPr>
            <a:spLocks noGrp="1"/>
          </p:cNvSpPr>
          <p:nvPr>
            <p:ph type="title"/>
          </p:nvPr>
        </p:nvSpPr>
        <p:spPr/>
        <p:txBody>
          <a:bodyPr>
            <a:normAutofit/>
          </a:bodyPr>
          <a:lstStyle/>
          <a:p>
            <a:pPr>
              <a:defRPr/>
            </a:pPr>
            <a:r>
              <a:rPr kumimoji="1" lang="zh-CN" altLang="en-US" sz="4400" dirty="0">
                <a:latin typeface="+mj-ea"/>
              </a:rPr>
              <a:t>软件体系结构与质量属性（</a:t>
            </a:r>
            <a:r>
              <a:rPr kumimoji="1" lang="en-US" altLang="zh-CN" sz="4400" dirty="0">
                <a:latin typeface="+mj-ea"/>
              </a:rPr>
              <a:t>1</a:t>
            </a:r>
            <a:r>
              <a:rPr kumimoji="1" lang="zh-CN" altLang="en-US" sz="4400" dirty="0">
                <a:latin typeface="+mj-ea"/>
              </a:rPr>
              <a:t>）</a:t>
            </a:r>
            <a:endParaRPr lang="zh-CN" altLang="en-US" dirty="0">
              <a:latin typeface="+mj-ea"/>
            </a:endParaRPr>
          </a:p>
        </p:txBody>
      </p:sp>
      <p:sp>
        <p:nvSpPr>
          <p:cNvPr id="13315" name="内容占位符 2">
            <a:extLst>
              <a:ext uri="{FF2B5EF4-FFF2-40B4-BE49-F238E27FC236}">
                <a16:creationId xmlns:a16="http://schemas.microsoft.com/office/drawing/2014/main" id="{EAE25B0D-F812-4119-AD63-7AEB9E8D9C23}"/>
              </a:ext>
            </a:extLst>
          </p:cNvPr>
          <p:cNvSpPr>
            <a:spLocks noGrp="1"/>
          </p:cNvSpPr>
          <p:nvPr>
            <p:ph idx="1"/>
          </p:nvPr>
        </p:nvSpPr>
        <p:spPr/>
        <p:txBody>
          <a:bodyPr/>
          <a:lstStyle/>
          <a:p>
            <a:r>
              <a:rPr lang="zh-CN" altLang="en-US" dirty="0"/>
              <a:t>软件体系结构和质量属性的联系是相辅相成的</a:t>
            </a:r>
          </a:p>
          <a:p>
            <a:pPr lvl="1"/>
            <a:r>
              <a:rPr lang="zh-CN" altLang="en-US" dirty="0"/>
              <a:t>一方面软件体系结构本身具有质量，高质量的软件体系结构设计会带来高质量的软件产品；</a:t>
            </a:r>
          </a:p>
          <a:p>
            <a:pPr lvl="1"/>
            <a:r>
              <a:rPr lang="zh-CN" altLang="en-US" dirty="0"/>
              <a:t>另一方面，软件最终产品的质量可以间接地反映软件体系结构的质量，可以进一步指导软件体系结构的演化和优化等。</a:t>
            </a:r>
          </a:p>
        </p:txBody>
      </p:sp>
      <p:sp>
        <p:nvSpPr>
          <p:cNvPr id="13316" name="灯片编号占位符 3">
            <a:extLst>
              <a:ext uri="{FF2B5EF4-FFF2-40B4-BE49-F238E27FC236}">
                <a16:creationId xmlns:a16="http://schemas.microsoft.com/office/drawing/2014/main" id="{5CCFA53E-6CDC-438E-A5D4-24AE3FAA8369}"/>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D0A9BBFE-CC25-438F-A7AC-90E9569536AD}" type="slidenum">
              <a:rPr lang="en-US" altLang="zh-CN">
                <a:solidFill>
                  <a:srgbClr val="B5A788"/>
                </a:solidFill>
              </a:rPr>
              <a:pPr/>
              <a:t>6</a:t>
            </a:fld>
            <a:endParaRPr lang="en-US" altLang="zh-CN">
              <a:solidFill>
                <a:srgbClr val="B5A788"/>
              </a:solidFill>
            </a:endParaRPr>
          </a:p>
        </p:txBody>
      </p:sp>
    </p:spTree>
  </p:cSld>
  <p:clrMapOvr>
    <a:masterClrMapping/>
  </p:clrMapOvr>
  <p:transition>
    <p:wipe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8461CA-9E65-4157-8015-29A07D80E80C}"/>
              </a:ext>
            </a:extLst>
          </p:cNvPr>
          <p:cNvSpPr>
            <a:spLocks noGrp="1"/>
          </p:cNvSpPr>
          <p:nvPr>
            <p:ph type="title"/>
          </p:nvPr>
        </p:nvSpPr>
        <p:spPr/>
        <p:txBody>
          <a:bodyPr>
            <a:normAutofit/>
          </a:bodyPr>
          <a:lstStyle/>
          <a:p>
            <a:pPr>
              <a:defRPr/>
            </a:pPr>
            <a:r>
              <a:rPr kumimoji="1" lang="zh-CN" altLang="en-US" sz="4400" dirty="0">
                <a:latin typeface="+mj-ea"/>
              </a:rPr>
              <a:t>软件体系结构与质量属性（</a:t>
            </a:r>
            <a:r>
              <a:rPr kumimoji="1" lang="en-US" altLang="zh-CN" sz="4400" dirty="0">
                <a:latin typeface="+mj-ea"/>
              </a:rPr>
              <a:t>2</a:t>
            </a:r>
            <a:r>
              <a:rPr kumimoji="1" lang="zh-CN" altLang="en-US" sz="4400" dirty="0">
                <a:latin typeface="+mj-ea"/>
              </a:rPr>
              <a:t>）</a:t>
            </a:r>
            <a:endParaRPr lang="zh-CN" altLang="en-US" dirty="0">
              <a:latin typeface="+mj-ea"/>
            </a:endParaRPr>
          </a:p>
        </p:txBody>
      </p:sp>
      <p:sp>
        <p:nvSpPr>
          <p:cNvPr id="14339" name="内容占位符 2">
            <a:extLst>
              <a:ext uri="{FF2B5EF4-FFF2-40B4-BE49-F238E27FC236}">
                <a16:creationId xmlns:a16="http://schemas.microsoft.com/office/drawing/2014/main" id="{2A44F305-44E9-40B2-8AB6-20FEC151135A}"/>
              </a:ext>
            </a:extLst>
          </p:cNvPr>
          <p:cNvSpPr>
            <a:spLocks noGrp="1"/>
          </p:cNvSpPr>
          <p:nvPr>
            <p:ph idx="1"/>
          </p:nvPr>
        </p:nvSpPr>
        <p:spPr/>
        <p:txBody>
          <a:bodyPr/>
          <a:lstStyle/>
          <a:p>
            <a:r>
              <a:rPr lang="zh-CN" altLang="en-US" dirty="0"/>
              <a:t>软件体系结构和质量属性的关系</a:t>
            </a:r>
            <a:endParaRPr lang="en-US" altLang="zh-CN" dirty="0"/>
          </a:p>
          <a:p>
            <a:pPr lvl="1"/>
            <a:r>
              <a:rPr lang="en-US" altLang="zh-CN" dirty="0" err="1"/>
              <a:t>性能</a:t>
            </a:r>
            <a:r>
              <a:rPr lang="zh-CN" altLang="en-US" dirty="0"/>
              <a:t>：如何提高组件间的通信性能</a:t>
            </a:r>
          </a:p>
          <a:p>
            <a:pPr lvl="1"/>
            <a:r>
              <a:rPr lang="en-US" altLang="zh-CN" dirty="0" err="1"/>
              <a:t>可用性</a:t>
            </a:r>
            <a:r>
              <a:rPr lang="zh-CN" altLang="en-US" dirty="0"/>
              <a:t>：如何保证专用组件的可用性专用组件</a:t>
            </a:r>
            <a:r>
              <a:rPr lang="en-US" altLang="zh-CN" dirty="0"/>
              <a:t>,</a:t>
            </a:r>
            <a:r>
              <a:rPr lang="zh-CN" altLang="en-US" dirty="0"/>
              <a:t>例如安全内核或认证服务器</a:t>
            </a:r>
            <a:r>
              <a:rPr lang="en-US" altLang="zh-CN" dirty="0"/>
              <a:t> </a:t>
            </a:r>
            <a:endParaRPr lang="zh-CN" altLang="en-US" dirty="0"/>
          </a:p>
          <a:p>
            <a:pPr lvl="1"/>
            <a:r>
              <a:rPr lang="en-US" altLang="zh-CN" dirty="0" err="1"/>
              <a:t>可靠性</a:t>
            </a:r>
            <a:r>
              <a:rPr lang="zh-CN" altLang="en-US" dirty="0"/>
              <a:t>：如何通过使用冗余组件实现容错，提高可靠性</a:t>
            </a:r>
          </a:p>
          <a:p>
            <a:pPr lvl="1"/>
            <a:r>
              <a:rPr lang="en-US" altLang="zh-CN" dirty="0" err="1"/>
              <a:t>安全性</a:t>
            </a:r>
            <a:r>
              <a:rPr lang="zh-CN" altLang="en-US" dirty="0"/>
              <a:t>：如何保障组件的安全交互</a:t>
            </a:r>
          </a:p>
          <a:p>
            <a:pPr lvl="1"/>
            <a:r>
              <a:rPr lang="en-US" altLang="zh-CN" dirty="0" err="1"/>
              <a:t>易用性</a:t>
            </a:r>
            <a:r>
              <a:rPr lang="zh-CN" altLang="en-US" dirty="0"/>
              <a:t>：如何保障组件和体系结构的易用性问题</a:t>
            </a:r>
          </a:p>
          <a:p>
            <a:pPr lvl="1"/>
            <a:r>
              <a:rPr lang="en-US" altLang="zh-CN" dirty="0" err="1"/>
              <a:t>可更改性</a:t>
            </a:r>
            <a:r>
              <a:rPr lang="zh-CN" altLang="en-US" dirty="0"/>
              <a:t>：组件和体系结构的可更改性如何得到保障</a:t>
            </a:r>
          </a:p>
        </p:txBody>
      </p:sp>
      <p:sp>
        <p:nvSpPr>
          <p:cNvPr id="14340" name="灯片编号占位符 3">
            <a:extLst>
              <a:ext uri="{FF2B5EF4-FFF2-40B4-BE49-F238E27FC236}">
                <a16:creationId xmlns:a16="http://schemas.microsoft.com/office/drawing/2014/main" id="{0B2921C8-BC60-4259-9358-9F0886CE1555}"/>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FD1F2AC4-101B-4125-9959-D76948AAEFCE}" type="slidenum">
              <a:rPr lang="en-US" altLang="zh-CN">
                <a:solidFill>
                  <a:srgbClr val="B5A788"/>
                </a:solidFill>
              </a:rPr>
              <a:pPr/>
              <a:t>7</a:t>
            </a:fld>
            <a:endParaRPr lang="en-US" altLang="zh-CN">
              <a:solidFill>
                <a:srgbClr val="B5A788"/>
              </a:solidFill>
            </a:endParaRPr>
          </a:p>
        </p:txBody>
      </p:sp>
    </p:spTree>
  </p:cSld>
  <p:clrMapOvr>
    <a:masterClrMapping/>
  </p:clrMapOvr>
  <p:transition>
    <p:wipe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A643C9-E74B-47C6-B268-779F51350B64}"/>
              </a:ext>
            </a:extLst>
          </p:cNvPr>
          <p:cNvSpPr>
            <a:spLocks noGrp="1"/>
          </p:cNvSpPr>
          <p:nvPr>
            <p:ph type="title"/>
          </p:nvPr>
        </p:nvSpPr>
        <p:spPr/>
        <p:txBody>
          <a:bodyPr>
            <a:normAutofit/>
          </a:bodyPr>
          <a:lstStyle/>
          <a:p>
            <a:pPr>
              <a:defRPr/>
            </a:pPr>
            <a:r>
              <a:rPr kumimoji="1" lang="zh-CN" altLang="en-US" sz="4400" dirty="0">
                <a:latin typeface="+mj-ea"/>
              </a:rPr>
              <a:t>软件体系结构与质量属性（</a:t>
            </a:r>
            <a:r>
              <a:rPr kumimoji="1" lang="en-US" altLang="zh-CN" sz="4400" dirty="0">
                <a:latin typeface="+mj-ea"/>
              </a:rPr>
              <a:t>3</a:t>
            </a:r>
            <a:r>
              <a:rPr kumimoji="1" lang="zh-CN" altLang="en-US" sz="4400" dirty="0">
                <a:latin typeface="+mj-ea"/>
              </a:rPr>
              <a:t>）</a:t>
            </a:r>
            <a:endParaRPr lang="zh-CN" altLang="en-US" dirty="0">
              <a:latin typeface="+mj-ea"/>
            </a:endParaRPr>
          </a:p>
        </p:txBody>
      </p:sp>
      <p:sp>
        <p:nvSpPr>
          <p:cNvPr id="15363" name="内容占位符 2">
            <a:extLst>
              <a:ext uri="{FF2B5EF4-FFF2-40B4-BE49-F238E27FC236}">
                <a16:creationId xmlns:a16="http://schemas.microsoft.com/office/drawing/2014/main" id="{3758732C-E5F1-46FF-9ECB-DDA6C01241EE}"/>
              </a:ext>
            </a:extLst>
          </p:cNvPr>
          <p:cNvSpPr>
            <a:spLocks noGrp="1"/>
          </p:cNvSpPr>
          <p:nvPr>
            <p:ph idx="1"/>
          </p:nvPr>
        </p:nvSpPr>
        <p:spPr/>
        <p:txBody>
          <a:bodyPr/>
          <a:lstStyle/>
          <a:p>
            <a:r>
              <a:rPr lang="zh-CN" altLang="en-US" dirty="0"/>
              <a:t>软件体系结构和质量属性的关系</a:t>
            </a:r>
            <a:endParaRPr lang="en-US" altLang="zh-CN" dirty="0"/>
          </a:p>
          <a:p>
            <a:pPr lvl="1"/>
            <a:r>
              <a:rPr lang="en-US" altLang="zh-CN" dirty="0" err="1"/>
              <a:t>可移植性</a:t>
            </a:r>
            <a:r>
              <a:rPr lang="zh-CN" altLang="en-US" dirty="0"/>
              <a:t>：组件是否可移植，体系结构是否可移植</a:t>
            </a:r>
          </a:p>
          <a:p>
            <a:pPr lvl="1"/>
            <a:r>
              <a:rPr lang="en-US" altLang="zh-CN" dirty="0" err="1"/>
              <a:t>可重用性</a:t>
            </a:r>
            <a:r>
              <a:rPr lang="zh-CN" altLang="en-US" dirty="0"/>
              <a:t>：组件间是否是松散耦合</a:t>
            </a:r>
          </a:p>
          <a:p>
            <a:pPr lvl="1"/>
            <a:r>
              <a:rPr lang="en-US" altLang="zh-CN" dirty="0" err="1"/>
              <a:t>可集成性</a:t>
            </a:r>
            <a:r>
              <a:rPr lang="zh-CN" altLang="en-US" dirty="0"/>
              <a:t>：组件</a:t>
            </a:r>
            <a:r>
              <a:rPr lang="en-US" altLang="zh-CN" dirty="0"/>
              <a:t>/</a:t>
            </a:r>
            <a:r>
              <a:rPr lang="zh-CN" altLang="en-US" dirty="0"/>
              <a:t>连接件接口是否统一，是否兼容</a:t>
            </a:r>
          </a:p>
          <a:p>
            <a:pPr lvl="1"/>
            <a:r>
              <a:rPr lang="en-US" altLang="zh-CN" dirty="0" err="1"/>
              <a:t>可测试性</a:t>
            </a:r>
            <a:r>
              <a:rPr lang="zh-CN" altLang="en-US" dirty="0"/>
              <a:t>：组件和连接件的测试难度如何，测试环境的配置是否比较困难等</a:t>
            </a:r>
          </a:p>
          <a:p>
            <a:endParaRPr lang="zh-CN" altLang="en-US" dirty="0"/>
          </a:p>
        </p:txBody>
      </p:sp>
      <p:sp>
        <p:nvSpPr>
          <p:cNvPr id="15364" name="灯片编号占位符 3">
            <a:extLst>
              <a:ext uri="{FF2B5EF4-FFF2-40B4-BE49-F238E27FC236}">
                <a16:creationId xmlns:a16="http://schemas.microsoft.com/office/drawing/2014/main" id="{C386C7B6-B636-4E2F-9606-3D576E8A7238}"/>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A13BA43A-CE4C-45E0-8E8D-CCCE5BE20BAE}" type="slidenum">
              <a:rPr lang="en-US" altLang="zh-CN">
                <a:solidFill>
                  <a:srgbClr val="B5A788"/>
                </a:solidFill>
              </a:rPr>
              <a:pPr/>
              <a:t>8</a:t>
            </a:fld>
            <a:endParaRPr lang="en-US" altLang="zh-CN">
              <a:solidFill>
                <a:srgbClr val="B5A788"/>
              </a:solidFill>
            </a:endParaRPr>
          </a:p>
        </p:txBody>
      </p:sp>
    </p:spTree>
  </p:cSld>
  <p:clrMapOvr>
    <a:masterClrMapping/>
  </p:clrMapOvr>
  <p:transition>
    <p:wipe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65EDCF-E48B-44AD-B482-8008A023D073}"/>
              </a:ext>
            </a:extLst>
          </p:cNvPr>
          <p:cNvSpPr>
            <a:spLocks noGrp="1"/>
          </p:cNvSpPr>
          <p:nvPr>
            <p:ph type="title"/>
          </p:nvPr>
        </p:nvSpPr>
        <p:spPr/>
        <p:txBody>
          <a:bodyPr/>
          <a:lstStyle/>
          <a:p>
            <a:r>
              <a:rPr kumimoji="1" lang="zh-CN" altLang="en-US" dirty="0">
                <a:effectLst>
                  <a:outerShdw blurRad="50000" dist="30000" dir="5400000" algn="tl" rotWithShape="0">
                    <a:srgbClr val="000000">
                      <a:alpha val="30000"/>
                    </a:srgbClr>
                  </a:outerShdw>
                </a:effectLst>
                <a:latin typeface="+mj-ea"/>
              </a:rPr>
              <a:t>软件体系结构与质量属性（</a:t>
            </a:r>
            <a:r>
              <a:rPr kumimoji="1" lang="en-US" altLang="zh-CN" dirty="0">
                <a:effectLst>
                  <a:outerShdw blurRad="50000" dist="30000" dir="5400000" algn="tl" rotWithShape="0">
                    <a:srgbClr val="000000">
                      <a:alpha val="30000"/>
                    </a:srgbClr>
                  </a:outerShdw>
                </a:effectLst>
                <a:latin typeface="+mj-ea"/>
              </a:rPr>
              <a:t>4</a:t>
            </a:r>
            <a:r>
              <a:rPr kumimoji="1" lang="zh-CN" altLang="en-US" dirty="0">
                <a:effectLst>
                  <a:outerShdw blurRad="50000" dist="30000" dir="5400000" algn="tl" rotWithShape="0">
                    <a:srgbClr val="000000">
                      <a:alpha val="30000"/>
                    </a:srgbClr>
                  </a:outerShdw>
                </a:effectLst>
                <a:latin typeface="+mj-ea"/>
              </a:rPr>
              <a:t>）</a:t>
            </a:r>
            <a:endParaRPr lang="zh-CN" altLang="en-US" dirty="0"/>
          </a:p>
        </p:txBody>
      </p:sp>
      <p:sp>
        <p:nvSpPr>
          <p:cNvPr id="3" name="内容占位符 2">
            <a:extLst>
              <a:ext uri="{FF2B5EF4-FFF2-40B4-BE49-F238E27FC236}">
                <a16:creationId xmlns:a16="http://schemas.microsoft.com/office/drawing/2014/main" id="{79C931F0-8B6D-4E44-8E66-4A32A5061DDC}"/>
              </a:ext>
            </a:extLst>
          </p:cNvPr>
          <p:cNvSpPr>
            <a:spLocks noGrp="1"/>
          </p:cNvSpPr>
          <p:nvPr>
            <p:ph idx="1"/>
          </p:nvPr>
        </p:nvSpPr>
        <p:spPr/>
        <p:txBody>
          <a:bodyPr/>
          <a:lstStyle/>
          <a:p>
            <a:endParaRPr lang="zh-CN" altLang="en-US"/>
          </a:p>
        </p:txBody>
      </p:sp>
      <p:sp>
        <p:nvSpPr>
          <p:cNvPr id="16386" name="灯片编号占位符 2">
            <a:extLst>
              <a:ext uri="{FF2B5EF4-FFF2-40B4-BE49-F238E27FC236}">
                <a16:creationId xmlns:a16="http://schemas.microsoft.com/office/drawing/2014/main" id="{E97B4BD8-E380-4C57-BADE-AF8F47B419A7}"/>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2B983113-894C-4D7B-8776-61E5F9D34577}" type="slidenum">
              <a:rPr lang="en-US" altLang="zh-CN">
                <a:solidFill>
                  <a:srgbClr val="B5A788"/>
                </a:solidFill>
              </a:rPr>
              <a:pPr/>
              <a:t>9</a:t>
            </a:fld>
            <a:endParaRPr lang="en-US" altLang="zh-CN">
              <a:solidFill>
                <a:srgbClr val="B5A788"/>
              </a:solidFill>
            </a:endParaRPr>
          </a:p>
        </p:txBody>
      </p:sp>
      <p:pic>
        <p:nvPicPr>
          <p:cNvPr id="16387" name="图片 6">
            <a:extLst>
              <a:ext uri="{FF2B5EF4-FFF2-40B4-BE49-F238E27FC236}">
                <a16:creationId xmlns:a16="http://schemas.microsoft.com/office/drawing/2014/main" id="{4025BBAF-296F-405C-AAF9-624084AC65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2492375"/>
            <a:ext cx="9128125" cy="365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矩形 7">
            <a:extLst>
              <a:ext uri="{FF2B5EF4-FFF2-40B4-BE49-F238E27FC236}">
                <a16:creationId xmlns:a16="http://schemas.microsoft.com/office/drawing/2014/main" id="{5C8159C8-39A2-49BB-A4E0-7C7DCE21443A}"/>
              </a:ext>
            </a:extLst>
          </p:cNvPr>
          <p:cNvSpPr>
            <a:spLocks noChangeArrowheads="1"/>
          </p:cNvSpPr>
          <p:nvPr/>
        </p:nvSpPr>
        <p:spPr bwMode="auto">
          <a:xfrm>
            <a:off x="2725738" y="1844675"/>
            <a:ext cx="36925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indent="266700">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algn="ctr">
              <a:spcBef>
                <a:spcPts val="600"/>
              </a:spcBef>
            </a:pPr>
            <a:r>
              <a:rPr lang="zh-CN" altLang="zh-CN" b="1">
                <a:latin typeface="Times New Roman" panose="02020603050405020304" pitchFamily="18" charset="0"/>
                <a:cs typeface="Times New Roman" panose="02020603050405020304" pitchFamily="18" charset="0"/>
              </a:rPr>
              <a:t>表</a:t>
            </a:r>
            <a:r>
              <a:rPr lang="en-US" altLang="zh-CN" b="1">
                <a:latin typeface="Times New Roman" panose="02020603050405020304" pitchFamily="18" charset="0"/>
                <a:cs typeface="Times New Roman" panose="02020603050405020304" pitchFamily="18" charset="0"/>
              </a:rPr>
              <a:t>11.2 </a:t>
            </a:r>
            <a:r>
              <a:rPr lang="zh-CN" altLang="zh-CN" b="1">
                <a:latin typeface="Times New Roman" panose="02020603050405020304" pitchFamily="18" charset="0"/>
                <a:cs typeface="Times New Roman" panose="02020603050405020304" pitchFamily="18" charset="0"/>
              </a:rPr>
              <a:t>质量属性之间的正负关系</a:t>
            </a:r>
            <a:endParaRPr lang="zh-CN" altLang="zh-CN">
              <a:latin typeface="Calibri" panose="020F0502020204030204" pitchFamily="34" charset="0"/>
              <a:cs typeface="Times New Roman" panose="02020603050405020304" pitchFamily="18" charset="0"/>
            </a:endParaRPr>
          </a:p>
        </p:txBody>
      </p:sp>
      <p:sp>
        <p:nvSpPr>
          <p:cNvPr id="6" name="标题 1">
            <a:extLst>
              <a:ext uri="{FF2B5EF4-FFF2-40B4-BE49-F238E27FC236}">
                <a16:creationId xmlns:a16="http://schemas.microsoft.com/office/drawing/2014/main" id="{26A9F336-6352-4978-AD86-36FA898AD9E1}"/>
              </a:ext>
            </a:extLst>
          </p:cNvPr>
          <p:cNvSpPr txBox="1">
            <a:spLocks/>
          </p:cNvSpPr>
          <p:nvPr/>
        </p:nvSpPr>
        <p:spPr>
          <a:xfrm>
            <a:off x="1143000" y="274638"/>
            <a:ext cx="7791450" cy="1143000"/>
          </a:xfrm>
          <a:prstGeom prst="rect">
            <a:avLst/>
          </a:prstGeom>
        </p:spPr>
        <p:txBody>
          <a:bodyPr>
            <a:normAutofit/>
          </a:bodyPr>
          <a:lstStyle/>
          <a:p>
            <a:pPr>
              <a:defRPr/>
            </a:pPr>
            <a:endParaRPr lang="zh-CN" altLang="en-US" sz="4300" dirty="0">
              <a:solidFill>
                <a:srgbClr val="572314"/>
              </a:solidFill>
              <a:effectLst>
                <a:outerShdw blurRad="50000" dist="30000" dir="5400000" algn="tl" rotWithShape="0">
                  <a:srgbClr val="000000">
                    <a:alpha val="30000"/>
                  </a:srgbClr>
                </a:outerShdw>
              </a:effectLst>
              <a:latin typeface="+mj-ea"/>
              <a:ea typeface="+mj-ea"/>
              <a:cs typeface="+mj-cs"/>
            </a:endParaRPr>
          </a:p>
        </p:txBody>
      </p:sp>
    </p:spTree>
  </p:cSld>
  <p:clrMapOvr>
    <a:masterClrMapping/>
  </p:clrMapOvr>
  <p:transition>
    <p:wipe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275D53-AF4A-43A8-807C-33754F48D57A}"/>
              </a:ext>
            </a:extLst>
          </p:cNvPr>
          <p:cNvSpPr>
            <a:spLocks noGrp="1"/>
          </p:cNvSpPr>
          <p:nvPr>
            <p:ph type="title"/>
          </p:nvPr>
        </p:nvSpPr>
        <p:spPr/>
        <p:txBody>
          <a:bodyPr/>
          <a:lstStyle/>
          <a:p>
            <a:pPr>
              <a:defRPr/>
            </a:pPr>
            <a:r>
              <a:rPr kumimoji="1" lang="zh-CN" altLang="en-US" sz="4400" dirty="0">
                <a:latin typeface="+mj-ea"/>
              </a:rPr>
              <a:t>软件体系结构质量指标</a:t>
            </a:r>
            <a:endParaRPr lang="zh-CN" altLang="en-US" dirty="0">
              <a:latin typeface="+mj-ea"/>
            </a:endParaRPr>
          </a:p>
        </p:txBody>
      </p:sp>
      <p:sp>
        <p:nvSpPr>
          <p:cNvPr id="17411" name="内容占位符 2">
            <a:extLst>
              <a:ext uri="{FF2B5EF4-FFF2-40B4-BE49-F238E27FC236}">
                <a16:creationId xmlns:a16="http://schemas.microsoft.com/office/drawing/2014/main" id="{44B323C0-E066-41F5-B92D-8DBF5D80D171}"/>
              </a:ext>
            </a:extLst>
          </p:cNvPr>
          <p:cNvSpPr>
            <a:spLocks noGrp="1"/>
          </p:cNvSpPr>
          <p:nvPr>
            <p:ph idx="1"/>
          </p:nvPr>
        </p:nvSpPr>
        <p:spPr/>
        <p:txBody>
          <a:bodyPr/>
          <a:lstStyle/>
          <a:p>
            <a:r>
              <a:rPr lang="zh-CN" altLang="en-US" dirty="0"/>
              <a:t>软件体系结构的质量指标就应该有内部质量指标和外部质量指标之分。</a:t>
            </a:r>
            <a:endParaRPr lang="en-US" altLang="zh-CN" dirty="0"/>
          </a:p>
          <a:p>
            <a:pPr lvl="1"/>
            <a:r>
              <a:rPr lang="zh-CN" altLang="en-US" dirty="0"/>
              <a:t>内部质量指标是用来直接地评估软件体系结构自身的质量，包括软件体系结构文档的可读性、数据的一致性和兼容性、体系结构模型的完整性、软件体系结构的可重配置性、可维护性等；</a:t>
            </a:r>
            <a:endParaRPr lang="en-US" altLang="zh-CN" dirty="0"/>
          </a:p>
          <a:p>
            <a:pPr lvl="1"/>
            <a:r>
              <a:rPr lang="zh-CN" altLang="en-US" dirty="0"/>
              <a:t>外部质量指标是用来间接地评估软件体系结构的质量，这些指标其实都是基于该体系结构开发的最终软件系统的质量指标，这些指标不好的话，也可以间接反映软件体系结构存在缺陷</a:t>
            </a:r>
          </a:p>
        </p:txBody>
      </p:sp>
      <p:sp>
        <p:nvSpPr>
          <p:cNvPr id="17412" name="灯片编号占位符 3">
            <a:extLst>
              <a:ext uri="{FF2B5EF4-FFF2-40B4-BE49-F238E27FC236}">
                <a16:creationId xmlns:a16="http://schemas.microsoft.com/office/drawing/2014/main" id="{D0F9F303-157E-4205-B203-5090771D03CE}"/>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09A2168D-8D4F-4D49-957F-75AEF5F0BDD2}" type="slidenum">
              <a:rPr lang="en-US" altLang="zh-CN">
                <a:solidFill>
                  <a:srgbClr val="B5A788"/>
                </a:solidFill>
              </a:rPr>
              <a:pPr/>
              <a:t>10</a:t>
            </a:fld>
            <a:endParaRPr lang="en-US" altLang="zh-CN">
              <a:solidFill>
                <a:srgbClr val="B5A788"/>
              </a:solidFill>
            </a:endParaRPr>
          </a:p>
        </p:txBody>
      </p:sp>
    </p:spTree>
  </p:cSld>
  <p:clrMapOvr>
    <a:masterClrMapping/>
  </p:clrMapOvr>
  <p:transition>
    <p:wipe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CEF1A4-38AF-4E9A-99F0-4BD72805C888}"/>
              </a:ext>
            </a:extLst>
          </p:cNvPr>
          <p:cNvSpPr>
            <a:spLocks noGrp="1"/>
          </p:cNvSpPr>
          <p:nvPr>
            <p:ph type="title"/>
          </p:nvPr>
        </p:nvSpPr>
        <p:spPr/>
        <p:txBody>
          <a:bodyPr/>
          <a:lstStyle/>
          <a:p>
            <a:pPr>
              <a:defRPr/>
            </a:pPr>
            <a:r>
              <a:rPr kumimoji="1" lang="zh-CN" altLang="en-US" sz="4400" dirty="0">
                <a:latin typeface="+mj-ea"/>
              </a:rPr>
              <a:t>内部质量指标（</a:t>
            </a:r>
            <a:r>
              <a:rPr kumimoji="1" lang="en-US" altLang="zh-CN" sz="4400" dirty="0">
                <a:latin typeface="+mj-ea"/>
              </a:rPr>
              <a:t>1</a:t>
            </a:r>
            <a:r>
              <a:rPr kumimoji="1" lang="zh-CN" altLang="en-US" sz="4400" dirty="0">
                <a:latin typeface="+mj-ea"/>
              </a:rPr>
              <a:t>）</a:t>
            </a:r>
            <a:endParaRPr lang="zh-CN" altLang="en-US" dirty="0">
              <a:latin typeface="+mj-ea"/>
            </a:endParaRPr>
          </a:p>
        </p:txBody>
      </p:sp>
      <p:sp>
        <p:nvSpPr>
          <p:cNvPr id="18435" name="内容占位符 2">
            <a:extLst>
              <a:ext uri="{FF2B5EF4-FFF2-40B4-BE49-F238E27FC236}">
                <a16:creationId xmlns:a16="http://schemas.microsoft.com/office/drawing/2014/main" id="{F102FE7E-1D40-4B02-BCF0-C2619E1696C4}"/>
              </a:ext>
            </a:extLst>
          </p:cNvPr>
          <p:cNvSpPr>
            <a:spLocks noGrp="1"/>
          </p:cNvSpPr>
          <p:nvPr>
            <p:ph idx="1"/>
          </p:nvPr>
        </p:nvSpPr>
        <p:spPr/>
        <p:txBody>
          <a:bodyPr/>
          <a:lstStyle/>
          <a:p>
            <a:r>
              <a:rPr lang="zh-CN" altLang="en-US" dirty="0"/>
              <a:t>软件体系结构的内部质量是指描述软件体系结构文档、数据、图表和模型的质量，具体来讲，还指构成软件体系结构的组件、连接件、配置、数据和接口的质量。</a:t>
            </a:r>
            <a:endParaRPr lang="en-US" altLang="zh-CN" dirty="0"/>
          </a:p>
          <a:p>
            <a:r>
              <a:rPr lang="zh-CN" altLang="en-US" dirty="0"/>
              <a:t>软件体系结构典型的内部质量指标有（文档、数据、图表、模型）的可维护性、可重用性、可移植性、可集成性和可测试性等。</a:t>
            </a:r>
          </a:p>
        </p:txBody>
      </p:sp>
      <p:sp>
        <p:nvSpPr>
          <p:cNvPr id="18436" name="灯片编号占位符 3">
            <a:extLst>
              <a:ext uri="{FF2B5EF4-FFF2-40B4-BE49-F238E27FC236}">
                <a16:creationId xmlns:a16="http://schemas.microsoft.com/office/drawing/2014/main" id="{D7185D8E-2620-4574-A08B-B6535B10CF6A}"/>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9A051884-B6BC-430E-88DD-B5E5E0F2973E}" type="slidenum">
              <a:rPr lang="en-US" altLang="zh-CN">
                <a:solidFill>
                  <a:srgbClr val="B5A788"/>
                </a:solidFill>
              </a:rPr>
              <a:pPr/>
              <a:t>11</a:t>
            </a:fld>
            <a:endParaRPr lang="en-US" altLang="zh-CN">
              <a:solidFill>
                <a:srgbClr val="B5A788"/>
              </a:solidFill>
            </a:endParaRPr>
          </a:p>
        </p:txBody>
      </p:sp>
    </p:spTree>
  </p:cSld>
  <p:clrMapOvr>
    <a:masterClrMapping/>
  </p:clrMapOvr>
  <p:transition>
    <p:wipe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30D8A4-7449-4B7C-BB82-1E7FA65FB198}"/>
              </a:ext>
            </a:extLst>
          </p:cNvPr>
          <p:cNvSpPr>
            <a:spLocks noGrp="1"/>
          </p:cNvSpPr>
          <p:nvPr>
            <p:ph type="title"/>
          </p:nvPr>
        </p:nvSpPr>
        <p:spPr/>
        <p:txBody>
          <a:bodyPr/>
          <a:lstStyle/>
          <a:p>
            <a:pPr>
              <a:defRPr/>
            </a:pPr>
            <a:r>
              <a:rPr kumimoji="1" lang="zh-CN" altLang="en-US" sz="4400" dirty="0">
                <a:latin typeface="+mj-ea"/>
              </a:rPr>
              <a:t>内部质量指标（</a:t>
            </a:r>
            <a:r>
              <a:rPr kumimoji="1" lang="en-US" altLang="zh-CN" sz="4400" dirty="0">
                <a:latin typeface="+mj-ea"/>
              </a:rPr>
              <a:t>2</a:t>
            </a:r>
            <a:r>
              <a:rPr kumimoji="1" lang="zh-CN" altLang="en-US" sz="4400" dirty="0">
                <a:latin typeface="+mj-ea"/>
              </a:rPr>
              <a:t>）</a:t>
            </a:r>
            <a:endParaRPr lang="zh-CN" altLang="en-US" dirty="0">
              <a:latin typeface="+mj-ea"/>
            </a:endParaRPr>
          </a:p>
        </p:txBody>
      </p:sp>
      <p:sp>
        <p:nvSpPr>
          <p:cNvPr id="19459" name="内容占位符 2">
            <a:extLst>
              <a:ext uri="{FF2B5EF4-FFF2-40B4-BE49-F238E27FC236}">
                <a16:creationId xmlns:a16="http://schemas.microsoft.com/office/drawing/2014/main" id="{7EA19263-B210-4F69-A82A-F8E9873F4FD1}"/>
              </a:ext>
            </a:extLst>
          </p:cNvPr>
          <p:cNvSpPr>
            <a:spLocks noGrp="1"/>
          </p:cNvSpPr>
          <p:nvPr>
            <p:ph idx="1"/>
          </p:nvPr>
        </p:nvSpPr>
        <p:spPr/>
        <p:txBody>
          <a:bodyPr/>
          <a:lstStyle/>
          <a:p>
            <a:r>
              <a:rPr lang="zh-CN" altLang="en-US" dirty="0"/>
              <a:t>可维护性（</a:t>
            </a:r>
            <a:r>
              <a:rPr lang="en-US" altLang="zh-CN" dirty="0"/>
              <a:t>Maintainability</a:t>
            </a:r>
            <a:r>
              <a:rPr lang="zh-CN" altLang="en-US" dirty="0"/>
              <a:t>）</a:t>
            </a:r>
            <a:endParaRPr lang="en-US" altLang="zh-CN" dirty="0"/>
          </a:p>
          <a:p>
            <a:pPr lvl="1"/>
            <a:r>
              <a:rPr lang="zh-CN" altLang="en-US" dirty="0"/>
              <a:t>软件可维护性主要指软件系统或组件在纠正错误，提升性能或其他属性，以及适应变化的环境的修改容易程度。</a:t>
            </a:r>
            <a:endParaRPr lang="en-US" altLang="zh-CN" dirty="0"/>
          </a:p>
          <a:p>
            <a:pPr lvl="2"/>
            <a:r>
              <a:rPr lang="zh-CN" altLang="en-US" dirty="0"/>
              <a:t>改正性维护（</a:t>
            </a:r>
            <a:r>
              <a:rPr lang="en-US" altLang="zh-CN" dirty="0"/>
              <a:t>corrective maintenance</a:t>
            </a:r>
            <a:r>
              <a:rPr lang="zh-CN" altLang="en-US" dirty="0"/>
              <a:t>）是指改正在系统开发阶段已发生而系统测试阶段尚未发现的错误。</a:t>
            </a:r>
          </a:p>
          <a:p>
            <a:pPr lvl="2"/>
            <a:r>
              <a:rPr lang="zh-CN" altLang="en-US" dirty="0"/>
              <a:t>适应性维护（</a:t>
            </a:r>
            <a:r>
              <a:rPr lang="en-US" altLang="zh-CN" dirty="0"/>
              <a:t>adaptive maintenance</a:t>
            </a:r>
            <a:r>
              <a:rPr lang="zh-CN" altLang="en-US" dirty="0"/>
              <a:t>）是指使用软件适应内部或外部环境变化，而去修改软件的过程</a:t>
            </a:r>
          </a:p>
          <a:p>
            <a:pPr lvl="2"/>
            <a:endParaRPr lang="en-US" altLang="zh-CN" dirty="0"/>
          </a:p>
        </p:txBody>
      </p:sp>
      <p:sp>
        <p:nvSpPr>
          <p:cNvPr id="19460" name="灯片编号占位符 3">
            <a:extLst>
              <a:ext uri="{FF2B5EF4-FFF2-40B4-BE49-F238E27FC236}">
                <a16:creationId xmlns:a16="http://schemas.microsoft.com/office/drawing/2014/main" id="{EA947A96-AD81-45AA-9EF8-364F1F52A9C3}"/>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15A31380-0B26-4AD1-A450-ACF60B86021B}" type="slidenum">
              <a:rPr lang="en-US" altLang="zh-CN">
                <a:solidFill>
                  <a:srgbClr val="B5A788"/>
                </a:solidFill>
              </a:rPr>
              <a:pPr/>
              <a:t>12</a:t>
            </a:fld>
            <a:endParaRPr lang="en-US" altLang="zh-CN">
              <a:solidFill>
                <a:srgbClr val="B5A788"/>
              </a:solidFill>
            </a:endParaRPr>
          </a:p>
        </p:txBody>
      </p:sp>
    </p:spTree>
  </p:cSld>
  <p:clrMapOvr>
    <a:masterClrMapping/>
  </p:clrMapOvr>
  <p:transition>
    <p:wipe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B022E0-A600-4167-8707-0B2B8B2FED76}"/>
              </a:ext>
            </a:extLst>
          </p:cNvPr>
          <p:cNvSpPr>
            <a:spLocks noGrp="1"/>
          </p:cNvSpPr>
          <p:nvPr>
            <p:ph type="title"/>
          </p:nvPr>
        </p:nvSpPr>
        <p:spPr/>
        <p:txBody>
          <a:bodyPr/>
          <a:lstStyle/>
          <a:p>
            <a:pPr>
              <a:defRPr/>
            </a:pPr>
            <a:r>
              <a:rPr kumimoji="1" lang="zh-CN" altLang="en-US" sz="4000" dirty="0">
                <a:latin typeface="+mj-ea"/>
              </a:rPr>
              <a:t>内部质量指标（</a:t>
            </a:r>
            <a:r>
              <a:rPr kumimoji="1" lang="en-US" altLang="zh-CN" sz="4000" dirty="0">
                <a:latin typeface="+mj-ea"/>
              </a:rPr>
              <a:t>3</a:t>
            </a:r>
            <a:r>
              <a:rPr kumimoji="1" lang="zh-CN" altLang="en-US" sz="4000" dirty="0">
                <a:latin typeface="+mj-ea"/>
              </a:rPr>
              <a:t>）</a:t>
            </a:r>
            <a:endParaRPr lang="zh-CN" altLang="en-US" dirty="0">
              <a:latin typeface="+mj-ea"/>
            </a:endParaRPr>
          </a:p>
        </p:txBody>
      </p:sp>
      <p:sp>
        <p:nvSpPr>
          <p:cNvPr id="20483" name="内容占位符 2">
            <a:extLst>
              <a:ext uri="{FF2B5EF4-FFF2-40B4-BE49-F238E27FC236}">
                <a16:creationId xmlns:a16="http://schemas.microsoft.com/office/drawing/2014/main" id="{4BC02F8C-3429-4A15-8C28-AD25B260C080}"/>
              </a:ext>
            </a:extLst>
          </p:cNvPr>
          <p:cNvSpPr>
            <a:spLocks noGrp="1"/>
          </p:cNvSpPr>
          <p:nvPr>
            <p:ph idx="1"/>
          </p:nvPr>
        </p:nvSpPr>
        <p:spPr/>
        <p:txBody>
          <a:bodyPr/>
          <a:lstStyle/>
          <a:p>
            <a:r>
              <a:rPr lang="zh-CN" altLang="en-US" dirty="0"/>
              <a:t>可维护性</a:t>
            </a:r>
            <a:endParaRPr lang="en-US" altLang="zh-CN" dirty="0"/>
          </a:p>
          <a:p>
            <a:pPr lvl="1"/>
            <a:r>
              <a:rPr lang="zh-CN" altLang="en-US" sz="2400" dirty="0"/>
              <a:t>改善性维护（</a:t>
            </a:r>
            <a:r>
              <a:rPr lang="en-US" altLang="zh-CN" sz="2400" dirty="0"/>
              <a:t>perfective maintenance</a:t>
            </a:r>
            <a:r>
              <a:rPr lang="zh-CN" altLang="en-US" sz="2400" dirty="0"/>
              <a:t>）是为扩充功能和改善性能而进行的修改，主要是指对已有的软件系统增加一些在系统分析和设计阶段中没有规定的功能与性能特征。</a:t>
            </a:r>
          </a:p>
          <a:p>
            <a:pPr lvl="1"/>
            <a:r>
              <a:rPr lang="zh-CN" altLang="en-US" sz="2400" dirty="0"/>
              <a:t>预防性维护（</a:t>
            </a:r>
            <a:r>
              <a:rPr lang="en-US" altLang="zh-CN" sz="2400" dirty="0"/>
              <a:t>preventive maintenance</a:t>
            </a:r>
            <a:r>
              <a:rPr lang="zh-CN" altLang="en-US" sz="2400" dirty="0"/>
              <a:t>）为了改进应用软件的可靠性和可维护性，为了适应未来的软硬件环境的变化，应主动增加预防性的新的功能，以使应用系统适应各类变化而不被淘汰。</a:t>
            </a:r>
          </a:p>
          <a:p>
            <a:endParaRPr lang="zh-CN" altLang="en-US" dirty="0"/>
          </a:p>
        </p:txBody>
      </p:sp>
      <p:sp>
        <p:nvSpPr>
          <p:cNvPr id="20484" name="灯片编号占位符 3">
            <a:extLst>
              <a:ext uri="{FF2B5EF4-FFF2-40B4-BE49-F238E27FC236}">
                <a16:creationId xmlns:a16="http://schemas.microsoft.com/office/drawing/2014/main" id="{08E37669-6E25-44C2-8B7D-8BD02BBF2ACC}"/>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429EFF64-CEE1-4936-8FEE-0F98205FA5C2}" type="slidenum">
              <a:rPr lang="en-US" altLang="zh-CN">
                <a:solidFill>
                  <a:srgbClr val="B5A788"/>
                </a:solidFill>
              </a:rPr>
              <a:pPr/>
              <a:t>13</a:t>
            </a:fld>
            <a:endParaRPr lang="en-US" altLang="zh-CN">
              <a:solidFill>
                <a:srgbClr val="B5A788"/>
              </a:solidFill>
            </a:endParaRPr>
          </a:p>
        </p:txBody>
      </p:sp>
    </p:spTree>
  </p:cSld>
  <p:clrMapOvr>
    <a:masterClrMapping/>
  </p:clrMapOvr>
  <p:transition>
    <p:wipe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644E9B-8853-49C7-BC0B-FF28B94877DE}"/>
              </a:ext>
            </a:extLst>
          </p:cNvPr>
          <p:cNvSpPr>
            <a:spLocks noGrp="1"/>
          </p:cNvSpPr>
          <p:nvPr>
            <p:ph type="title"/>
          </p:nvPr>
        </p:nvSpPr>
        <p:spPr/>
        <p:txBody>
          <a:bodyPr/>
          <a:lstStyle/>
          <a:p>
            <a:pPr>
              <a:defRPr/>
            </a:pPr>
            <a:r>
              <a:rPr kumimoji="1" lang="zh-CN" altLang="en-US" sz="4400" dirty="0">
                <a:latin typeface="+mj-ea"/>
              </a:rPr>
              <a:t>内部质量指标（</a:t>
            </a:r>
            <a:r>
              <a:rPr kumimoji="1" lang="en-US" altLang="zh-CN" sz="4400" dirty="0">
                <a:latin typeface="+mj-ea"/>
              </a:rPr>
              <a:t>4</a:t>
            </a:r>
            <a:r>
              <a:rPr kumimoji="1" lang="zh-CN" altLang="en-US" sz="4400" dirty="0">
                <a:latin typeface="+mj-ea"/>
              </a:rPr>
              <a:t>）</a:t>
            </a:r>
            <a:endParaRPr lang="zh-CN" altLang="en-US" dirty="0">
              <a:latin typeface="+mj-ea"/>
            </a:endParaRPr>
          </a:p>
        </p:txBody>
      </p:sp>
      <p:sp>
        <p:nvSpPr>
          <p:cNvPr id="21507" name="内容占位符 2">
            <a:extLst>
              <a:ext uri="{FF2B5EF4-FFF2-40B4-BE49-F238E27FC236}">
                <a16:creationId xmlns:a16="http://schemas.microsoft.com/office/drawing/2014/main" id="{2118D6DB-2345-4BA3-86E8-6956D2A51423}"/>
              </a:ext>
            </a:extLst>
          </p:cNvPr>
          <p:cNvSpPr>
            <a:spLocks noGrp="1"/>
          </p:cNvSpPr>
          <p:nvPr>
            <p:ph idx="1"/>
          </p:nvPr>
        </p:nvSpPr>
        <p:spPr/>
        <p:txBody>
          <a:bodyPr/>
          <a:lstStyle/>
          <a:p>
            <a:r>
              <a:rPr lang="zh-CN" altLang="en-US"/>
              <a:t>可重用性（</a:t>
            </a:r>
            <a:r>
              <a:rPr lang="en-US" altLang="zh-CN"/>
              <a:t>Reusability</a:t>
            </a:r>
            <a:r>
              <a:rPr lang="zh-CN" altLang="en-US"/>
              <a:t>）</a:t>
            </a:r>
            <a:endParaRPr lang="en-US" altLang="zh-CN"/>
          </a:p>
          <a:p>
            <a:pPr lvl="1"/>
            <a:r>
              <a:rPr lang="zh-CN" altLang="en-US"/>
              <a:t>可重用性通常是指要合理地设计系统使得系统结构或其某些组件能够在未来的应用开发中可以重复使用的能力。它主要关注：</a:t>
            </a:r>
            <a:endParaRPr lang="en-US" altLang="zh-CN"/>
          </a:p>
          <a:p>
            <a:pPr lvl="2"/>
            <a:r>
              <a:rPr lang="zh-CN" altLang="en-US"/>
              <a:t>在系统的不同地方使用不同的代码或组件来实现相同的功能</a:t>
            </a:r>
            <a:endParaRPr lang="en-US" altLang="zh-CN"/>
          </a:p>
          <a:p>
            <a:pPr lvl="2"/>
            <a:r>
              <a:rPr lang="zh-CN" altLang="en-US"/>
              <a:t>使用多个类似的方法实现仅有细微差别的任务。</a:t>
            </a:r>
            <a:endParaRPr lang="en-US" altLang="zh-CN"/>
          </a:p>
          <a:p>
            <a:pPr lvl="2"/>
            <a:r>
              <a:rPr lang="zh-CN" altLang="en-US"/>
              <a:t>使用几个系统来实现的特征或者功能，而不是共享或重用其他系统（多个系统或一个应用程序中的多个子系统）中的功能。</a:t>
            </a:r>
          </a:p>
        </p:txBody>
      </p:sp>
      <p:sp>
        <p:nvSpPr>
          <p:cNvPr id="21508" name="灯片编号占位符 3">
            <a:extLst>
              <a:ext uri="{FF2B5EF4-FFF2-40B4-BE49-F238E27FC236}">
                <a16:creationId xmlns:a16="http://schemas.microsoft.com/office/drawing/2014/main" id="{2F7343F1-2967-446E-91DD-57AF41C033A0}"/>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47754D68-9958-4057-B3D2-EE93E3727C82}" type="slidenum">
              <a:rPr lang="en-US" altLang="zh-CN">
                <a:solidFill>
                  <a:srgbClr val="B5A788"/>
                </a:solidFill>
              </a:rPr>
              <a:pPr/>
              <a:t>14</a:t>
            </a:fld>
            <a:endParaRPr lang="en-US" altLang="zh-CN">
              <a:solidFill>
                <a:srgbClr val="B5A788"/>
              </a:solidFill>
            </a:endParaRPr>
          </a:p>
        </p:txBody>
      </p:sp>
    </p:spTree>
  </p:cSld>
  <p:clrMapOvr>
    <a:masterClrMapping/>
  </p:clrMapOvr>
  <p:transition>
    <p:wipe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22AE83-82C4-4257-8C58-23F39663FA2F}"/>
              </a:ext>
            </a:extLst>
          </p:cNvPr>
          <p:cNvSpPr>
            <a:spLocks noGrp="1"/>
          </p:cNvSpPr>
          <p:nvPr>
            <p:ph type="title"/>
          </p:nvPr>
        </p:nvSpPr>
        <p:spPr/>
        <p:txBody>
          <a:bodyPr/>
          <a:lstStyle/>
          <a:p>
            <a:pPr>
              <a:defRPr/>
            </a:pPr>
            <a:r>
              <a:rPr kumimoji="1" lang="zh-CN" altLang="en-US" sz="4400" dirty="0">
                <a:latin typeface="+mj-ea"/>
              </a:rPr>
              <a:t>内部质量指标（</a:t>
            </a:r>
            <a:r>
              <a:rPr kumimoji="1" lang="en-US" altLang="zh-CN" sz="4400" dirty="0">
                <a:latin typeface="+mj-ea"/>
              </a:rPr>
              <a:t>5</a:t>
            </a:r>
            <a:r>
              <a:rPr kumimoji="1" lang="zh-CN" altLang="en-US" sz="4400" dirty="0">
                <a:latin typeface="+mj-ea"/>
              </a:rPr>
              <a:t>）</a:t>
            </a:r>
            <a:endParaRPr lang="zh-CN" altLang="en-US" dirty="0">
              <a:latin typeface="+mj-ea"/>
            </a:endParaRPr>
          </a:p>
        </p:txBody>
      </p:sp>
      <p:sp>
        <p:nvSpPr>
          <p:cNvPr id="22531" name="内容占位符 2">
            <a:extLst>
              <a:ext uri="{FF2B5EF4-FFF2-40B4-BE49-F238E27FC236}">
                <a16:creationId xmlns:a16="http://schemas.microsoft.com/office/drawing/2014/main" id="{39A4A7DC-78FA-4D82-ACF6-BCEAD550A2AD}"/>
              </a:ext>
            </a:extLst>
          </p:cNvPr>
          <p:cNvSpPr>
            <a:spLocks noGrp="1"/>
          </p:cNvSpPr>
          <p:nvPr>
            <p:ph idx="1"/>
          </p:nvPr>
        </p:nvSpPr>
        <p:spPr/>
        <p:txBody>
          <a:bodyPr/>
          <a:lstStyle/>
          <a:p>
            <a:r>
              <a:rPr lang="zh-CN" altLang="en-US" dirty="0"/>
              <a:t>可移植性（</a:t>
            </a:r>
            <a:r>
              <a:rPr lang="en-US" altLang="zh-CN" dirty="0"/>
              <a:t>Portability</a:t>
            </a:r>
            <a:r>
              <a:rPr lang="zh-CN" altLang="en-US" dirty="0"/>
              <a:t>）</a:t>
            </a:r>
            <a:endParaRPr lang="en-US" altLang="zh-CN" dirty="0"/>
          </a:p>
          <a:p>
            <a:pPr lvl="1"/>
            <a:r>
              <a:rPr lang="zh-CN" altLang="en-US" dirty="0"/>
              <a:t>可移植性是系统能够在不同计算环境（或平台）下运行的能力</a:t>
            </a:r>
            <a:endParaRPr lang="en-US" altLang="zh-CN" dirty="0"/>
          </a:p>
          <a:p>
            <a:pPr lvl="1"/>
            <a:r>
              <a:rPr lang="zh-CN" altLang="en-US" dirty="0"/>
              <a:t>在软件体系结构中，对平台相关问题的封装表现为可移植性层面。可移植性层面是一组软件服务的集合，它使应用软件具有与其环境的抽象接口，将应用软件与环境的变化隔离开来。</a:t>
            </a:r>
            <a:endParaRPr lang="en-US" altLang="zh-CN" dirty="0"/>
          </a:p>
          <a:p>
            <a:pPr lvl="1"/>
            <a:r>
              <a:rPr lang="zh-CN" altLang="en-US" dirty="0"/>
              <a:t>可移植性层面是应用信息隐藏设计原理的直接结果。</a:t>
            </a:r>
          </a:p>
          <a:p>
            <a:endParaRPr lang="zh-CN" altLang="en-US" dirty="0"/>
          </a:p>
        </p:txBody>
      </p:sp>
      <p:sp>
        <p:nvSpPr>
          <p:cNvPr id="22532" name="灯片编号占位符 3">
            <a:extLst>
              <a:ext uri="{FF2B5EF4-FFF2-40B4-BE49-F238E27FC236}">
                <a16:creationId xmlns:a16="http://schemas.microsoft.com/office/drawing/2014/main" id="{DE783551-94F4-42A8-B684-EE5BF216B54E}"/>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7BAC2CB2-DB90-45B8-A043-E0E32BB9FB8C}" type="slidenum">
              <a:rPr lang="en-US" altLang="zh-CN">
                <a:solidFill>
                  <a:srgbClr val="B5A788"/>
                </a:solidFill>
              </a:rPr>
              <a:pPr/>
              <a:t>15</a:t>
            </a:fld>
            <a:endParaRPr lang="en-US" altLang="zh-CN">
              <a:solidFill>
                <a:srgbClr val="B5A788"/>
              </a:solidFill>
            </a:endParaRPr>
          </a:p>
        </p:txBody>
      </p:sp>
    </p:spTree>
  </p:cSld>
  <p:clrMapOvr>
    <a:masterClrMapping/>
  </p:clrMapOvr>
  <p:transition>
    <p:wipe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CB6637-9C25-4403-AC91-037E31C16829}"/>
              </a:ext>
            </a:extLst>
          </p:cNvPr>
          <p:cNvSpPr>
            <a:spLocks noGrp="1"/>
          </p:cNvSpPr>
          <p:nvPr>
            <p:ph type="title"/>
          </p:nvPr>
        </p:nvSpPr>
        <p:spPr/>
        <p:txBody>
          <a:bodyPr/>
          <a:lstStyle/>
          <a:p>
            <a:pPr>
              <a:defRPr/>
            </a:pPr>
            <a:r>
              <a:rPr kumimoji="1" lang="zh-CN" altLang="en-US" sz="4400" dirty="0">
                <a:latin typeface="+mj-ea"/>
              </a:rPr>
              <a:t>内部质量指标（</a:t>
            </a:r>
            <a:r>
              <a:rPr kumimoji="1" lang="en-US" altLang="zh-CN" sz="4400" dirty="0">
                <a:latin typeface="+mj-ea"/>
              </a:rPr>
              <a:t>6</a:t>
            </a:r>
            <a:r>
              <a:rPr kumimoji="1" lang="zh-CN" altLang="en-US" sz="4400" dirty="0">
                <a:latin typeface="+mj-ea"/>
              </a:rPr>
              <a:t>）</a:t>
            </a:r>
            <a:endParaRPr lang="zh-CN" altLang="en-US" dirty="0">
              <a:latin typeface="+mj-ea"/>
            </a:endParaRPr>
          </a:p>
        </p:txBody>
      </p:sp>
      <p:sp>
        <p:nvSpPr>
          <p:cNvPr id="23555" name="内容占位符 2">
            <a:extLst>
              <a:ext uri="{FF2B5EF4-FFF2-40B4-BE49-F238E27FC236}">
                <a16:creationId xmlns:a16="http://schemas.microsoft.com/office/drawing/2014/main" id="{93C05642-109B-41A6-9361-361237C4768C}"/>
              </a:ext>
            </a:extLst>
          </p:cNvPr>
          <p:cNvSpPr>
            <a:spLocks noGrp="1"/>
          </p:cNvSpPr>
          <p:nvPr>
            <p:ph idx="1"/>
          </p:nvPr>
        </p:nvSpPr>
        <p:spPr/>
        <p:txBody>
          <a:bodyPr/>
          <a:lstStyle/>
          <a:p>
            <a:r>
              <a:rPr lang="zh-CN" altLang="en-US" dirty="0"/>
              <a:t>可集成性（</a:t>
            </a:r>
            <a:r>
              <a:rPr lang="en-US" altLang="zh-CN" dirty="0"/>
              <a:t>Integrability</a:t>
            </a:r>
            <a:r>
              <a:rPr lang="zh-CN" altLang="en-US" dirty="0"/>
              <a:t>）</a:t>
            </a:r>
            <a:endParaRPr lang="en-US" altLang="zh-CN" dirty="0"/>
          </a:p>
          <a:p>
            <a:pPr lvl="1"/>
            <a:r>
              <a:rPr lang="zh-CN" altLang="en-US" dirty="0"/>
              <a:t>可集成性是使其他独立开发的系统组件能够与待开发系统协同运行的能力。</a:t>
            </a:r>
            <a:endParaRPr lang="en-US" altLang="zh-CN" dirty="0"/>
          </a:p>
          <a:p>
            <a:pPr lvl="1"/>
            <a:r>
              <a:rPr lang="zh-CN" altLang="en-US" dirty="0"/>
              <a:t>可集成性取决于组件的外部复杂性、它们的交互机制和协议以及组件功能划分的清晰程度等，而这都是软件体系结构层次上的问题。</a:t>
            </a:r>
            <a:endParaRPr lang="en-US" altLang="zh-CN" dirty="0"/>
          </a:p>
          <a:p>
            <a:pPr lvl="1"/>
            <a:r>
              <a:rPr lang="zh-CN" altLang="en-US" dirty="0"/>
              <a:t>可集成性还取决于组件接口的定义是否完整、合理等。</a:t>
            </a:r>
          </a:p>
        </p:txBody>
      </p:sp>
      <p:sp>
        <p:nvSpPr>
          <p:cNvPr id="23556" name="灯片编号占位符 3">
            <a:extLst>
              <a:ext uri="{FF2B5EF4-FFF2-40B4-BE49-F238E27FC236}">
                <a16:creationId xmlns:a16="http://schemas.microsoft.com/office/drawing/2014/main" id="{2765A10D-15D4-4F40-A7D7-A667244B875D}"/>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578E3CCE-AD22-4528-9806-6DF568BD0778}" type="slidenum">
              <a:rPr lang="en-US" altLang="zh-CN">
                <a:solidFill>
                  <a:srgbClr val="B5A788"/>
                </a:solidFill>
              </a:rPr>
              <a:pPr/>
              <a:t>16</a:t>
            </a:fld>
            <a:endParaRPr lang="en-US" altLang="zh-CN">
              <a:solidFill>
                <a:srgbClr val="B5A788"/>
              </a:solidFill>
            </a:endParaRPr>
          </a:p>
        </p:txBody>
      </p:sp>
    </p:spTree>
  </p:cSld>
  <p:clrMapOvr>
    <a:masterClrMapping/>
  </p:clrMapOvr>
  <p:transition>
    <p:wipe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10DB50-CC55-40B4-AA39-13C2221C9C2A}"/>
              </a:ext>
            </a:extLst>
          </p:cNvPr>
          <p:cNvSpPr>
            <a:spLocks noGrp="1"/>
          </p:cNvSpPr>
          <p:nvPr>
            <p:ph type="title"/>
          </p:nvPr>
        </p:nvSpPr>
        <p:spPr/>
        <p:txBody>
          <a:bodyPr/>
          <a:lstStyle/>
          <a:p>
            <a:pPr>
              <a:defRPr/>
            </a:pPr>
            <a:r>
              <a:rPr kumimoji="1" lang="zh-CN" altLang="en-US" sz="4400" dirty="0">
                <a:latin typeface="+mj-ea"/>
              </a:rPr>
              <a:t>内部质量指标（</a:t>
            </a:r>
            <a:r>
              <a:rPr kumimoji="1" lang="en-US" altLang="zh-CN" sz="4400" dirty="0">
                <a:latin typeface="+mj-ea"/>
              </a:rPr>
              <a:t>7</a:t>
            </a:r>
            <a:r>
              <a:rPr kumimoji="1" lang="zh-CN" altLang="en-US" sz="4400" dirty="0">
                <a:latin typeface="+mj-ea"/>
              </a:rPr>
              <a:t>）</a:t>
            </a:r>
            <a:endParaRPr lang="zh-CN" altLang="en-US" dirty="0">
              <a:latin typeface="+mj-ea"/>
            </a:endParaRPr>
          </a:p>
        </p:txBody>
      </p:sp>
      <p:sp>
        <p:nvSpPr>
          <p:cNvPr id="24579" name="内容占位符 2">
            <a:extLst>
              <a:ext uri="{FF2B5EF4-FFF2-40B4-BE49-F238E27FC236}">
                <a16:creationId xmlns:a16="http://schemas.microsoft.com/office/drawing/2014/main" id="{443DBFB8-1195-458B-ADD4-0B9D731CCD87}"/>
              </a:ext>
            </a:extLst>
          </p:cNvPr>
          <p:cNvSpPr>
            <a:spLocks noGrp="1"/>
          </p:cNvSpPr>
          <p:nvPr>
            <p:ph idx="1"/>
          </p:nvPr>
        </p:nvSpPr>
        <p:spPr/>
        <p:txBody>
          <a:bodyPr/>
          <a:lstStyle/>
          <a:p>
            <a:r>
              <a:rPr lang="zh-CN" altLang="en-US" dirty="0"/>
              <a:t>可测试性（</a:t>
            </a:r>
            <a:r>
              <a:rPr lang="en-US" altLang="zh-CN" dirty="0"/>
              <a:t>Testability</a:t>
            </a:r>
            <a:r>
              <a:rPr lang="zh-CN" altLang="en-US" dirty="0"/>
              <a:t>）</a:t>
            </a:r>
            <a:endParaRPr lang="en-US" altLang="zh-CN" dirty="0"/>
          </a:p>
          <a:p>
            <a:pPr lvl="1"/>
            <a:r>
              <a:rPr lang="zh-CN" altLang="en-US" dirty="0"/>
              <a:t>可测试性是指通过测试（通常是基于运行的测试）使软件表露出缺陷的容易程度。</a:t>
            </a:r>
            <a:endParaRPr lang="en-US" altLang="zh-CN" dirty="0"/>
          </a:p>
          <a:p>
            <a:pPr lvl="1"/>
            <a:r>
              <a:rPr lang="zh-CN" altLang="en-US" dirty="0"/>
              <a:t>可测试性与可观察性、可控制性有关。要能够对某个软件系统进行有效的测试，必须能够控制每个组件的内部状态及其输入，并能够观察其输出结果。</a:t>
            </a:r>
            <a:endParaRPr lang="en-US" altLang="zh-CN" dirty="0"/>
          </a:p>
          <a:p>
            <a:pPr lvl="1"/>
            <a:r>
              <a:rPr lang="zh-CN" altLang="en-US" dirty="0"/>
              <a:t>系统的可测试性涉及若干个结构上的或软件体系结构上的问题：如在体系结构层次上编制文档的水平、对问题隔离的情况、系统使用信息隐藏原理的程度等。</a:t>
            </a:r>
          </a:p>
          <a:p>
            <a:endParaRPr lang="zh-CN" altLang="en-US" dirty="0"/>
          </a:p>
        </p:txBody>
      </p:sp>
      <p:sp>
        <p:nvSpPr>
          <p:cNvPr id="24580" name="灯片编号占位符 3">
            <a:extLst>
              <a:ext uri="{FF2B5EF4-FFF2-40B4-BE49-F238E27FC236}">
                <a16:creationId xmlns:a16="http://schemas.microsoft.com/office/drawing/2014/main" id="{A4F5C3B1-8170-4093-AACD-BE008029D65D}"/>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C1C6C628-444E-424E-9535-A724060F81DE}" type="slidenum">
              <a:rPr lang="en-US" altLang="zh-CN">
                <a:solidFill>
                  <a:srgbClr val="B5A788"/>
                </a:solidFill>
              </a:rPr>
              <a:pPr/>
              <a:t>17</a:t>
            </a:fld>
            <a:endParaRPr lang="en-US" altLang="zh-CN">
              <a:solidFill>
                <a:srgbClr val="B5A788"/>
              </a:solidFill>
            </a:endParaRPr>
          </a:p>
        </p:txBody>
      </p:sp>
    </p:spTree>
  </p:cSld>
  <p:clrMapOvr>
    <a:masterClrMapping/>
  </p:clrMapOvr>
  <p:transition>
    <p:wipe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81717F-22B3-4D96-8F53-880CA64F066C}"/>
              </a:ext>
            </a:extLst>
          </p:cNvPr>
          <p:cNvSpPr>
            <a:spLocks noGrp="1"/>
          </p:cNvSpPr>
          <p:nvPr>
            <p:ph type="title"/>
          </p:nvPr>
        </p:nvSpPr>
        <p:spPr/>
        <p:txBody>
          <a:bodyPr/>
          <a:lstStyle/>
          <a:p>
            <a:pPr>
              <a:defRPr/>
            </a:pPr>
            <a:r>
              <a:rPr kumimoji="1" lang="zh-CN" altLang="en-US" sz="4400" dirty="0">
                <a:latin typeface="+mj-ea"/>
              </a:rPr>
              <a:t>外部质量指标（</a:t>
            </a:r>
            <a:r>
              <a:rPr kumimoji="1" lang="en-US" altLang="zh-CN" sz="4400" dirty="0">
                <a:latin typeface="+mj-ea"/>
              </a:rPr>
              <a:t>1</a:t>
            </a:r>
            <a:r>
              <a:rPr kumimoji="1" lang="zh-CN" altLang="en-US" sz="4400" dirty="0">
                <a:latin typeface="+mj-ea"/>
              </a:rPr>
              <a:t>）</a:t>
            </a:r>
            <a:endParaRPr lang="zh-CN" altLang="en-US" dirty="0">
              <a:latin typeface="+mj-ea"/>
            </a:endParaRPr>
          </a:p>
        </p:txBody>
      </p:sp>
      <p:sp>
        <p:nvSpPr>
          <p:cNvPr id="25603" name="内容占位符 2">
            <a:extLst>
              <a:ext uri="{FF2B5EF4-FFF2-40B4-BE49-F238E27FC236}">
                <a16:creationId xmlns:a16="http://schemas.microsoft.com/office/drawing/2014/main" id="{5CAF6C11-FB8E-4B85-861B-41DCC10C9BC5}"/>
              </a:ext>
            </a:extLst>
          </p:cNvPr>
          <p:cNvSpPr>
            <a:spLocks noGrp="1"/>
          </p:cNvSpPr>
          <p:nvPr>
            <p:ph idx="1"/>
          </p:nvPr>
        </p:nvSpPr>
        <p:spPr/>
        <p:txBody>
          <a:bodyPr/>
          <a:lstStyle/>
          <a:p>
            <a:pPr algn="just" eaLnBrk="1" hangingPunct="1"/>
            <a:r>
              <a:rPr lang="zh-CN" altLang="en-US" dirty="0"/>
              <a:t>软件体系结构的外部质量是指在软件系统运维过程中，软件系统体现出来的与软件体系结构有关的质量属性。</a:t>
            </a:r>
            <a:endParaRPr lang="en-US" altLang="zh-CN" dirty="0"/>
          </a:p>
          <a:p>
            <a:pPr lvl="1" algn="just" eaLnBrk="1" hangingPunct="1"/>
            <a:r>
              <a:rPr lang="zh-CN" altLang="en-US" dirty="0"/>
              <a:t>性能</a:t>
            </a:r>
          </a:p>
          <a:p>
            <a:pPr lvl="1" algn="just" eaLnBrk="1" hangingPunct="1"/>
            <a:r>
              <a:rPr lang="zh-CN" altLang="en-US" dirty="0"/>
              <a:t>可用性</a:t>
            </a:r>
          </a:p>
          <a:p>
            <a:pPr lvl="1" algn="just" eaLnBrk="1" hangingPunct="1"/>
            <a:r>
              <a:rPr lang="zh-CN" altLang="en-US" dirty="0"/>
              <a:t>可靠性</a:t>
            </a:r>
          </a:p>
          <a:p>
            <a:pPr lvl="1" algn="just" eaLnBrk="1" hangingPunct="1"/>
            <a:r>
              <a:rPr lang="zh-CN" altLang="en-US" dirty="0"/>
              <a:t>安全性</a:t>
            </a:r>
          </a:p>
          <a:p>
            <a:pPr lvl="1" algn="just" eaLnBrk="1" hangingPunct="1"/>
            <a:r>
              <a:rPr lang="zh-CN" altLang="en-US" dirty="0"/>
              <a:t>易用性</a:t>
            </a:r>
            <a:endParaRPr lang="en-US" altLang="zh-CN" dirty="0"/>
          </a:p>
          <a:p>
            <a:pPr algn="just" eaLnBrk="1" hangingPunct="1"/>
            <a:endParaRPr lang="en-US" altLang="zh-CN" dirty="0"/>
          </a:p>
          <a:p>
            <a:endParaRPr lang="zh-CN" altLang="en-US" dirty="0"/>
          </a:p>
        </p:txBody>
      </p:sp>
      <p:sp>
        <p:nvSpPr>
          <p:cNvPr id="25604" name="灯片编号占位符 3">
            <a:extLst>
              <a:ext uri="{FF2B5EF4-FFF2-40B4-BE49-F238E27FC236}">
                <a16:creationId xmlns:a16="http://schemas.microsoft.com/office/drawing/2014/main" id="{28C175C8-811A-4606-BA62-A751BC2B04C2}"/>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04AC92B3-2F47-436F-ACD3-B43F820FF5CA}" type="slidenum">
              <a:rPr lang="en-US" altLang="zh-CN">
                <a:solidFill>
                  <a:srgbClr val="B5A788"/>
                </a:solidFill>
              </a:rPr>
              <a:pPr/>
              <a:t>18</a:t>
            </a:fld>
            <a:endParaRPr lang="en-US" altLang="zh-CN">
              <a:solidFill>
                <a:srgbClr val="B5A788"/>
              </a:solidFill>
            </a:endParaRPr>
          </a:p>
        </p:txBody>
      </p:sp>
    </p:spTree>
  </p:cSld>
  <p:clrMapOvr>
    <a:masterClrMapping/>
  </p:clrMapOvr>
  <p:transition>
    <p:wipe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00784A-E044-4244-843F-541B81956CFD}"/>
              </a:ext>
            </a:extLst>
          </p:cNvPr>
          <p:cNvSpPr>
            <a:spLocks noGrp="1"/>
          </p:cNvSpPr>
          <p:nvPr>
            <p:ph type="title"/>
          </p:nvPr>
        </p:nvSpPr>
        <p:spPr/>
        <p:txBody>
          <a:bodyPr/>
          <a:lstStyle/>
          <a:p>
            <a:pPr>
              <a:defRPr/>
            </a:pPr>
            <a:r>
              <a:rPr kumimoji="1" lang="zh-CN" altLang="en-US" sz="4400" dirty="0">
                <a:latin typeface="+mj-ea"/>
              </a:rPr>
              <a:t>外部质量指标（</a:t>
            </a:r>
            <a:r>
              <a:rPr kumimoji="1" lang="en-US" altLang="zh-CN" sz="4400" dirty="0">
                <a:latin typeface="+mj-ea"/>
              </a:rPr>
              <a:t>2</a:t>
            </a:r>
            <a:r>
              <a:rPr kumimoji="1" lang="zh-CN" altLang="en-US" sz="4400" dirty="0">
                <a:latin typeface="+mj-ea"/>
              </a:rPr>
              <a:t>）</a:t>
            </a:r>
            <a:endParaRPr lang="zh-CN" altLang="en-US" dirty="0">
              <a:latin typeface="+mj-ea"/>
            </a:endParaRPr>
          </a:p>
        </p:txBody>
      </p:sp>
      <p:sp>
        <p:nvSpPr>
          <p:cNvPr id="26627" name="内容占位符 2">
            <a:extLst>
              <a:ext uri="{FF2B5EF4-FFF2-40B4-BE49-F238E27FC236}">
                <a16:creationId xmlns:a16="http://schemas.microsoft.com/office/drawing/2014/main" id="{8CEC6653-4335-4766-92D3-3B97B7E3F1DC}"/>
              </a:ext>
            </a:extLst>
          </p:cNvPr>
          <p:cNvSpPr>
            <a:spLocks noGrp="1"/>
          </p:cNvSpPr>
          <p:nvPr>
            <p:ph idx="1"/>
          </p:nvPr>
        </p:nvSpPr>
        <p:spPr/>
        <p:txBody>
          <a:bodyPr/>
          <a:lstStyle/>
          <a:p>
            <a:pPr algn="just" eaLnBrk="1" hangingPunct="1"/>
            <a:r>
              <a:rPr lang="zh-CN" altLang="en-US"/>
              <a:t>性能（</a:t>
            </a:r>
            <a:r>
              <a:rPr lang="en-US" altLang="zh-CN"/>
              <a:t>Performance</a:t>
            </a:r>
            <a:r>
              <a:rPr lang="zh-CN" altLang="en-US"/>
              <a:t>）</a:t>
            </a:r>
          </a:p>
          <a:p>
            <a:pPr lvl="1" algn="just" eaLnBrk="1" hangingPunct="1"/>
            <a:r>
              <a:rPr lang="zh-CN" altLang="en-US"/>
              <a:t>性能是指系统的响应能力</a:t>
            </a:r>
            <a:r>
              <a:rPr lang="en-US" altLang="zh-CN"/>
              <a:t>,</a:t>
            </a:r>
            <a:r>
              <a:rPr lang="zh-CN" altLang="en-US"/>
              <a:t>即要经过多少时间才能对某个刺激</a:t>
            </a:r>
            <a:r>
              <a:rPr lang="en-US" altLang="zh-CN"/>
              <a:t>(</a:t>
            </a:r>
            <a:r>
              <a:rPr lang="zh-CN" altLang="en-US"/>
              <a:t>事件</a:t>
            </a:r>
            <a:r>
              <a:rPr lang="en-US" altLang="zh-CN"/>
              <a:t>)</a:t>
            </a:r>
            <a:r>
              <a:rPr lang="zh-CN" altLang="en-US"/>
              <a:t>做出响应</a:t>
            </a:r>
            <a:r>
              <a:rPr lang="en-US" altLang="zh-CN"/>
              <a:t>,</a:t>
            </a:r>
            <a:r>
              <a:rPr lang="zh-CN" altLang="en-US"/>
              <a:t>或者在某个时间段内所能处理的事件的个数。</a:t>
            </a:r>
            <a:endParaRPr lang="en-US" altLang="zh-CN"/>
          </a:p>
          <a:p>
            <a:pPr lvl="1"/>
            <a:r>
              <a:rPr lang="zh-CN" altLang="en-US"/>
              <a:t>性能主要关注如下问题：</a:t>
            </a:r>
            <a:endParaRPr lang="en-US" altLang="zh-CN"/>
          </a:p>
          <a:p>
            <a:pPr lvl="2"/>
            <a:r>
              <a:rPr lang="zh-CN" altLang="en-US"/>
              <a:t>（</a:t>
            </a:r>
            <a:r>
              <a:rPr lang="en-US" altLang="zh-CN"/>
              <a:t>1</a:t>
            </a:r>
            <a:r>
              <a:rPr lang="zh-CN" altLang="en-US"/>
              <a:t>）客户端响应时间增加、吞吐量降低以及服务器资源过载使用。</a:t>
            </a:r>
            <a:endParaRPr lang="en-US" altLang="zh-CN"/>
          </a:p>
          <a:p>
            <a:pPr lvl="2"/>
            <a:r>
              <a:rPr lang="zh-CN" altLang="en-US"/>
              <a:t>（</a:t>
            </a:r>
            <a:r>
              <a:rPr lang="en-US" altLang="zh-CN"/>
              <a:t>2</a:t>
            </a:r>
            <a:r>
              <a:rPr lang="zh-CN" altLang="en-US"/>
              <a:t>）内存消耗增加、以及过多的缓存未命中（在缓存中不能找到需要数据）。</a:t>
            </a:r>
            <a:endParaRPr lang="en-US" altLang="zh-CN"/>
          </a:p>
          <a:p>
            <a:pPr lvl="2"/>
            <a:r>
              <a:rPr lang="zh-CN" altLang="en-US"/>
              <a:t>（</a:t>
            </a:r>
            <a:r>
              <a:rPr lang="en-US" altLang="zh-CN"/>
              <a:t>3</a:t>
            </a:r>
            <a:r>
              <a:rPr lang="zh-CN" altLang="en-US"/>
              <a:t>）数据库服务器处理增加。</a:t>
            </a:r>
            <a:endParaRPr lang="en-US" altLang="zh-CN"/>
          </a:p>
          <a:p>
            <a:pPr lvl="2"/>
            <a:r>
              <a:rPr lang="zh-CN" altLang="en-US"/>
              <a:t>（</a:t>
            </a:r>
            <a:r>
              <a:rPr lang="en-US" altLang="zh-CN"/>
              <a:t>4</a:t>
            </a:r>
            <a:r>
              <a:rPr lang="zh-CN" altLang="en-US"/>
              <a:t>）网络带宽消耗增加。</a:t>
            </a:r>
            <a:r>
              <a:rPr lang="en-US" altLang="zh-CN"/>
              <a:t> </a:t>
            </a:r>
          </a:p>
          <a:p>
            <a:endParaRPr lang="zh-CN" altLang="en-US"/>
          </a:p>
        </p:txBody>
      </p:sp>
      <p:sp>
        <p:nvSpPr>
          <p:cNvPr id="26628" name="灯片编号占位符 3">
            <a:extLst>
              <a:ext uri="{FF2B5EF4-FFF2-40B4-BE49-F238E27FC236}">
                <a16:creationId xmlns:a16="http://schemas.microsoft.com/office/drawing/2014/main" id="{B3EDB522-0862-494A-A849-B5957F115CAF}"/>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ECAE424B-3238-43A4-8ADD-695BC7665A4A}" type="slidenum">
              <a:rPr lang="en-US" altLang="zh-CN">
                <a:solidFill>
                  <a:srgbClr val="B5A788"/>
                </a:solidFill>
              </a:rPr>
              <a:pPr/>
              <a:t>19</a:t>
            </a:fld>
            <a:endParaRPr lang="en-US" altLang="zh-CN">
              <a:solidFill>
                <a:srgbClr val="B5A788"/>
              </a:solidFill>
            </a:endParaRPr>
          </a:p>
        </p:txBody>
      </p:sp>
    </p:spTree>
  </p:cSld>
  <p:clrMapOvr>
    <a:masterClrMapping/>
  </p:clrMapOvr>
  <p:transition>
    <p:wipe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906D0C-F5FE-430E-BCBA-AAB3FA527C0E}"/>
              </a:ext>
            </a:extLst>
          </p:cNvPr>
          <p:cNvSpPr>
            <a:spLocks noGrp="1"/>
          </p:cNvSpPr>
          <p:nvPr>
            <p:ph type="title"/>
          </p:nvPr>
        </p:nvSpPr>
        <p:spPr/>
        <p:txBody>
          <a:bodyPr/>
          <a:lstStyle/>
          <a:p>
            <a:pPr>
              <a:defRPr/>
            </a:pPr>
            <a:r>
              <a:rPr kumimoji="1" lang="zh-CN" altLang="en-US" sz="4400" dirty="0">
                <a:latin typeface="+mj-ea"/>
              </a:rPr>
              <a:t>外部质量指标（</a:t>
            </a:r>
            <a:r>
              <a:rPr kumimoji="1" lang="en-US" altLang="zh-CN" sz="4400" dirty="0">
                <a:latin typeface="+mj-ea"/>
              </a:rPr>
              <a:t>3</a:t>
            </a:r>
            <a:r>
              <a:rPr kumimoji="1" lang="zh-CN" altLang="en-US" sz="4400" dirty="0">
                <a:latin typeface="+mj-ea"/>
              </a:rPr>
              <a:t>）</a:t>
            </a:r>
            <a:endParaRPr lang="zh-CN" altLang="en-US" dirty="0">
              <a:latin typeface="+mj-ea"/>
            </a:endParaRPr>
          </a:p>
        </p:txBody>
      </p:sp>
      <p:sp>
        <p:nvSpPr>
          <p:cNvPr id="27651" name="内容占位符 2">
            <a:extLst>
              <a:ext uri="{FF2B5EF4-FFF2-40B4-BE49-F238E27FC236}">
                <a16:creationId xmlns:a16="http://schemas.microsoft.com/office/drawing/2014/main" id="{FD99FC11-9496-4D3A-A86D-A0D1CE876F98}"/>
              </a:ext>
            </a:extLst>
          </p:cNvPr>
          <p:cNvSpPr>
            <a:spLocks noGrp="1"/>
          </p:cNvSpPr>
          <p:nvPr>
            <p:ph idx="1"/>
          </p:nvPr>
        </p:nvSpPr>
        <p:spPr/>
        <p:txBody>
          <a:bodyPr/>
          <a:lstStyle/>
          <a:p>
            <a:pPr algn="just" eaLnBrk="1" hangingPunct="1"/>
            <a:r>
              <a:rPr lang="zh-CN" altLang="en-US"/>
              <a:t>可用性</a:t>
            </a:r>
          </a:p>
          <a:p>
            <a:pPr lvl="1" algn="just" eaLnBrk="1" hangingPunct="1"/>
            <a:r>
              <a:rPr lang="zh-CN" altLang="en-US"/>
              <a:t>可用性（</a:t>
            </a:r>
            <a:r>
              <a:rPr lang="en-US" altLang="zh-CN"/>
              <a:t>Availability</a:t>
            </a:r>
            <a:r>
              <a:rPr lang="zh-CN" altLang="en-US"/>
              <a:t>）是指系统正常运行的时间比例。</a:t>
            </a:r>
            <a:endParaRPr lang="en-US" altLang="zh-CN"/>
          </a:p>
          <a:p>
            <a:pPr lvl="1" algn="just" eaLnBrk="1" hangingPunct="1"/>
            <a:r>
              <a:rPr lang="zh-CN" altLang="en-US"/>
              <a:t>可用性是通过两次故障之间的时间长度或系统崩溃的情况下系统能够恢复正常运行的速度来衡量。</a:t>
            </a:r>
            <a:endParaRPr lang="en-US" altLang="zh-CN"/>
          </a:p>
          <a:p>
            <a:endParaRPr lang="zh-CN" altLang="en-US"/>
          </a:p>
        </p:txBody>
      </p:sp>
      <p:sp>
        <p:nvSpPr>
          <p:cNvPr id="27652" name="灯片编号占位符 3">
            <a:extLst>
              <a:ext uri="{FF2B5EF4-FFF2-40B4-BE49-F238E27FC236}">
                <a16:creationId xmlns:a16="http://schemas.microsoft.com/office/drawing/2014/main" id="{19A9EE5E-0C30-4B1B-9F25-DAFA25D2DF6D}"/>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68FF19AC-871E-4C5E-AC11-3902403AF6BE}" type="slidenum">
              <a:rPr lang="en-US" altLang="zh-CN">
                <a:solidFill>
                  <a:srgbClr val="B5A788"/>
                </a:solidFill>
              </a:rPr>
              <a:pPr/>
              <a:t>20</a:t>
            </a:fld>
            <a:endParaRPr lang="en-US" altLang="zh-CN">
              <a:solidFill>
                <a:srgbClr val="B5A788"/>
              </a:solidFill>
            </a:endParaRPr>
          </a:p>
        </p:txBody>
      </p:sp>
    </p:spTree>
  </p:cSld>
  <p:clrMapOvr>
    <a:masterClrMapping/>
  </p:clrMapOvr>
  <p:transition>
    <p:wipe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5D79C7-365D-4248-81C1-380F938F4B02}"/>
              </a:ext>
            </a:extLst>
          </p:cNvPr>
          <p:cNvSpPr>
            <a:spLocks noGrp="1"/>
          </p:cNvSpPr>
          <p:nvPr>
            <p:ph type="title"/>
          </p:nvPr>
        </p:nvSpPr>
        <p:spPr/>
        <p:txBody>
          <a:bodyPr/>
          <a:lstStyle/>
          <a:p>
            <a:pPr>
              <a:defRPr/>
            </a:pPr>
            <a:r>
              <a:rPr kumimoji="1" lang="zh-CN" altLang="en-US" sz="4400" dirty="0">
                <a:latin typeface="+mj-ea"/>
              </a:rPr>
              <a:t>外部质量指标（</a:t>
            </a:r>
            <a:r>
              <a:rPr kumimoji="1" lang="en-US" altLang="zh-CN" sz="4400" dirty="0">
                <a:latin typeface="+mj-ea"/>
              </a:rPr>
              <a:t>4</a:t>
            </a:r>
            <a:r>
              <a:rPr kumimoji="1" lang="zh-CN" altLang="en-US" sz="4400" dirty="0">
                <a:latin typeface="+mj-ea"/>
              </a:rPr>
              <a:t>）</a:t>
            </a:r>
            <a:endParaRPr lang="zh-CN" altLang="en-US" dirty="0">
              <a:latin typeface="+mj-ea"/>
            </a:endParaRPr>
          </a:p>
        </p:txBody>
      </p:sp>
      <p:sp>
        <p:nvSpPr>
          <p:cNvPr id="28675" name="内容占位符 2">
            <a:extLst>
              <a:ext uri="{FF2B5EF4-FFF2-40B4-BE49-F238E27FC236}">
                <a16:creationId xmlns:a16="http://schemas.microsoft.com/office/drawing/2014/main" id="{5359003B-DDE1-431F-8EFB-0A05CEF8B3D3}"/>
              </a:ext>
            </a:extLst>
          </p:cNvPr>
          <p:cNvSpPr>
            <a:spLocks noGrp="1"/>
          </p:cNvSpPr>
          <p:nvPr>
            <p:ph idx="1"/>
          </p:nvPr>
        </p:nvSpPr>
        <p:spPr/>
        <p:txBody>
          <a:bodyPr/>
          <a:lstStyle/>
          <a:p>
            <a:pPr algn="just" eaLnBrk="1" hangingPunct="1"/>
            <a:r>
              <a:rPr lang="zh-CN" altLang="en-US"/>
              <a:t>可用性主要关注如下的问题：</a:t>
            </a:r>
            <a:endParaRPr lang="en-US" altLang="zh-CN"/>
          </a:p>
          <a:p>
            <a:pPr lvl="1" algn="just" eaLnBrk="1" hangingPunct="1"/>
            <a:r>
              <a:rPr lang="zh-CN" altLang="en-US"/>
              <a:t>（</a:t>
            </a:r>
            <a:r>
              <a:rPr lang="en-US" altLang="zh-CN"/>
              <a:t>1</a:t>
            </a:r>
            <a:r>
              <a:rPr lang="zh-CN" altLang="en-US"/>
              <a:t>）物理层</a:t>
            </a:r>
            <a:r>
              <a:rPr lang="en-US" altLang="zh-CN"/>
              <a:t>(</a:t>
            </a:r>
            <a:r>
              <a:rPr lang="zh-CN" altLang="en-US"/>
              <a:t>如数据库服务器或应用服务器</a:t>
            </a:r>
            <a:r>
              <a:rPr lang="en-US" altLang="zh-CN"/>
              <a:t>)</a:t>
            </a:r>
            <a:r>
              <a:rPr lang="zh-CN" altLang="en-US"/>
              <a:t>发生故障或变得无响应，会导致整个系统运行失败</a:t>
            </a:r>
            <a:endParaRPr lang="en-US" altLang="zh-CN"/>
          </a:p>
          <a:p>
            <a:pPr lvl="1" algn="just" eaLnBrk="1" hangingPunct="1"/>
            <a:r>
              <a:rPr lang="zh-CN" altLang="en-US"/>
              <a:t>（</a:t>
            </a:r>
            <a:r>
              <a:rPr lang="en-US" altLang="zh-CN"/>
              <a:t>2</a:t>
            </a:r>
            <a:r>
              <a:rPr lang="zh-CN" altLang="en-US"/>
              <a:t>）如果系统不能及时处理由于网络配置或网络阻塞引起的大规模的负载，采用拒绝服务、阻止授权用户访问系统等中断系统操作。</a:t>
            </a:r>
            <a:endParaRPr lang="en-US" altLang="zh-CN"/>
          </a:p>
          <a:p>
            <a:pPr lvl="1" algn="just" eaLnBrk="1" hangingPunct="1"/>
            <a:r>
              <a:rPr lang="zh-CN" altLang="en-US"/>
              <a:t>（</a:t>
            </a:r>
            <a:r>
              <a:rPr lang="en-US" altLang="zh-CN"/>
              <a:t>3</a:t>
            </a:r>
            <a:r>
              <a:rPr lang="zh-CN" altLang="en-US"/>
              <a:t>）不恰当的资源使用会降低可用性。例如，过早的获取资源并长期持有会导致资源匮乏，并降低了处理其他并发用户请求的能力。</a:t>
            </a:r>
            <a:endParaRPr lang="en-US" altLang="zh-CN"/>
          </a:p>
        </p:txBody>
      </p:sp>
      <p:sp>
        <p:nvSpPr>
          <p:cNvPr id="28676" name="灯片编号占位符 3">
            <a:extLst>
              <a:ext uri="{FF2B5EF4-FFF2-40B4-BE49-F238E27FC236}">
                <a16:creationId xmlns:a16="http://schemas.microsoft.com/office/drawing/2014/main" id="{5DC3D0A9-0FEE-4FD2-956F-6941BA3ED5F5}"/>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3DC69B8C-437B-44C4-B298-E40583CF4A88}" type="slidenum">
              <a:rPr lang="en-US" altLang="zh-CN">
                <a:solidFill>
                  <a:srgbClr val="B5A788"/>
                </a:solidFill>
              </a:rPr>
              <a:pPr/>
              <a:t>21</a:t>
            </a:fld>
            <a:endParaRPr lang="en-US" altLang="zh-CN">
              <a:solidFill>
                <a:srgbClr val="B5A788"/>
              </a:solidFill>
            </a:endParaRPr>
          </a:p>
        </p:txBody>
      </p:sp>
    </p:spTree>
  </p:cSld>
  <p:clrMapOvr>
    <a:masterClrMapping/>
  </p:clrMapOvr>
  <p:transition>
    <p:wipe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C2AC08-BA98-4E76-8405-D304D6808DF0}"/>
              </a:ext>
            </a:extLst>
          </p:cNvPr>
          <p:cNvSpPr>
            <a:spLocks noGrp="1"/>
          </p:cNvSpPr>
          <p:nvPr>
            <p:ph type="title"/>
          </p:nvPr>
        </p:nvSpPr>
        <p:spPr/>
        <p:txBody>
          <a:bodyPr/>
          <a:lstStyle/>
          <a:p>
            <a:pPr>
              <a:defRPr/>
            </a:pPr>
            <a:r>
              <a:rPr kumimoji="1" lang="zh-CN" altLang="en-US" sz="4400" dirty="0">
                <a:latin typeface="+mj-ea"/>
              </a:rPr>
              <a:t>外部质量指标（</a:t>
            </a:r>
            <a:r>
              <a:rPr kumimoji="1" lang="en-US" altLang="zh-CN" sz="4400" dirty="0">
                <a:latin typeface="+mj-ea"/>
              </a:rPr>
              <a:t>5</a:t>
            </a:r>
            <a:r>
              <a:rPr kumimoji="1" lang="zh-CN" altLang="en-US" sz="4400" dirty="0">
                <a:latin typeface="+mj-ea"/>
              </a:rPr>
              <a:t>）</a:t>
            </a:r>
            <a:endParaRPr lang="zh-CN" altLang="en-US" dirty="0">
              <a:latin typeface="+mj-ea"/>
            </a:endParaRPr>
          </a:p>
        </p:txBody>
      </p:sp>
      <p:sp>
        <p:nvSpPr>
          <p:cNvPr id="29699" name="内容占位符 2">
            <a:extLst>
              <a:ext uri="{FF2B5EF4-FFF2-40B4-BE49-F238E27FC236}">
                <a16:creationId xmlns:a16="http://schemas.microsoft.com/office/drawing/2014/main" id="{76FC5A08-3AE9-49B4-A27D-EAACDC34D65C}"/>
              </a:ext>
            </a:extLst>
          </p:cNvPr>
          <p:cNvSpPr>
            <a:spLocks noGrp="1"/>
          </p:cNvSpPr>
          <p:nvPr>
            <p:ph idx="1"/>
          </p:nvPr>
        </p:nvSpPr>
        <p:spPr/>
        <p:txBody>
          <a:bodyPr/>
          <a:lstStyle/>
          <a:p>
            <a:pPr algn="just" eaLnBrk="1" hangingPunct="1"/>
            <a:r>
              <a:rPr lang="zh-CN" altLang="en-US"/>
              <a:t>可用性主要关注如下的问题：</a:t>
            </a:r>
            <a:endParaRPr lang="en-US" altLang="zh-CN"/>
          </a:p>
          <a:p>
            <a:pPr lvl="1" algn="just" eaLnBrk="1" hangingPunct="1"/>
            <a:r>
              <a:rPr lang="zh-CN" altLang="en-US"/>
              <a:t>（</a:t>
            </a:r>
            <a:r>
              <a:rPr lang="en-US" altLang="zh-CN"/>
              <a:t>4</a:t>
            </a:r>
            <a:r>
              <a:rPr lang="zh-CN" altLang="en-US"/>
              <a:t>）应用程序中的错误或故障会导致系统范围内的失败。</a:t>
            </a:r>
            <a:endParaRPr lang="en-US" altLang="zh-CN"/>
          </a:p>
          <a:p>
            <a:pPr lvl="1" algn="just" eaLnBrk="1" hangingPunct="1"/>
            <a:r>
              <a:rPr lang="zh-CN" altLang="en-US"/>
              <a:t>（</a:t>
            </a:r>
            <a:r>
              <a:rPr lang="en-US" altLang="zh-CN"/>
              <a:t>5</a:t>
            </a:r>
            <a:r>
              <a:rPr lang="zh-CN" altLang="en-US"/>
              <a:t>）频繁的升级会降低系统的可用性。</a:t>
            </a:r>
            <a:endParaRPr lang="en-US" altLang="zh-CN"/>
          </a:p>
          <a:p>
            <a:pPr lvl="1" algn="just" eaLnBrk="1" hangingPunct="1"/>
            <a:r>
              <a:rPr lang="zh-CN" altLang="en-US"/>
              <a:t>（</a:t>
            </a:r>
            <a:r>
              <a:rPr lang="en-US" altLang="zh-CN"/>
              <a:t>6</a:t>
            </a:r>
            <a:r>
              <a:rPr lang="zh-CN" altLang="en-US"/>
              <a:t>）网络故障或导致应用程序的不可用。需要考虑如果处理不稳定的网络连接。</a:t>
            </a:r>
            <a:endParaRPr lang="en-US" altLang="zh-CN"/>
          </a:p>
          <a:p>
            <a:pPr lvl="1" algn="just" eaLnBrk="1" hangingPunct="1"/>
            <a:r>
              <a:rPr lang="zh-CN" altLang="en-US"/>
              <a:t>（</a:t>
            </a:r>
            <a:r>
              <a:rPr lang="en-US" altLang="zh-CN"/>
              <a:t>7</a:t>
            </a:r>
            <a:r>
              <a:rPr lang="zh-CN" altLang="en-US"/>
              <a:t>）在应用程序中考虑信任边界并保证子系统采用了一定程度的访问控制或防火墙技术，同时也要考虑外延数据的有效性</a:t>
            </a:r>
            <a:r>
              <a:rPr lang="en-US" altLang="zh-CN"/>
              <a:t>,</a:t>
            </a:r>
            <a:r>
              <a:rPr lang="zh-CN" altLang="en-US"/>
              <a:t>来提高系统的弹性和可用性。</a:t>
            </a:r>
          </a:p>
          <a:p>
            <a:endParaRPr lang="zh-CN" altLang="en-US"/>
          </a:p>
        </p:txBody>
      </p:sp>
      <p:sp>
        <p:nvSpPr>
          <p:cNvPr id="29700" name="灯片编号占位符 3">
            <a:extLst>
              <a:ext uri="{FF2B5EF4-FFF2-40B4-BE49-F238E27FC236}">
                <a16:creationId xmlns:a16="http://schemas.microsoft.com/office/drawing/2014/main" id="{B499FFD9-A166-434D-9683-FD280D813EEF}"/>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D818C621-85C1-4A93-80C3-CBAA6A3526BA}" type="slidenum">
              <a:rPr lang="en-US" altLang="zh-CN">
                <a:solidFill>
                  <a:srgbClr val="B5A788"/>
                </a:solidFill>
              </a:rPr>
              <a:pPr/>
              <a:t>22</a:t>
            </a:fld>
            <a:endParaRPr lang="en-US" altLang="zh-CN">
              <a:solidFill>
                <a:srgbClr val="B5A788"/>
              </a:solidFill>
            </a:endParaRPr>
          </a:p>
        </p:txBody>
      </p:sp>
    </p:spTree>
  </p:cSld>
  <p:clrMapOvr>
    <a:masterClrMapping/>
  </p:clrMapOvr>
  <p:transition>
    <p:wipe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5DB014-C886-41F4-AFF3-0060C700DE36}"/>
              </a:ext>
            </a:extLst>
          </p:cNvPr>
          <p:cNvSpPr>
            <a:spLocks noGrp="1"/>
          </p:cNvSpPr>
          <p:nvPr>
            <p:ph type="title"/>
          </p:nvPr>
        </p:nvSpPr>
        <p:spPr/>
        <p:txBody>
          <a:bodyPr/>
          <a:lstStyle/>
          <a:p>
            <a:pPr>
              <a:defRPr/>
            </a:pPr>
            <a:r>
              <a:rPr kumimoji="1" lang="zh-CN" altLang="en-US" sz="4400" dirty="0">
                <a:latin typeface="+mj-ea"/>
              </a:rPr>
              <a:t>外部质量指标（</a:t>
            </a:r>
            <a:r>
              <a:rPr kumimoji="1" lang="en-US" altLang="zh-CN" sz="4400" dirty="0">
                <a:latin typeface="+mj-ea"/>
              </a:rPr>
              <a:t>6</a:t>
            </a:r>
            <a:r>
              <a:rPr kumimoji="1" lang="zh-CN" altLang="en-US" sz="4400" dirty="0">
                <a:latin typeface="+mj-ea"/>
              </a:rPr>
              <a:t>）</a:t>
            </a:r>
            <a:endParaRPr lang="zh-CN" altLang="en-US" dirty="0">
              <a:latin typeface="+mj-ea"/>
            </a:endParaRPr>
          </a:p>
        </p:txBody>
      </p:sp>
      <p:sp>
        <p:nvSpPr>
          <p:cNvPr id="30723" name="内容占位符 2">
            <a:extLst>
              <a:ext uri="{FF2B5EF4-FFF2-40B4-BE49-F238E27FC236}">
                <a16:creationId xmlns:a16="http://schemas.microsoft.com/office/drawing/2014/main" id="{6406B8AE-02E1-4260-876D-D8EB57382E02}"/>
              </a:ext>
            </a:extLst>
          </p:cNvPr>
          <p:cNvSpPr>
            <a:spLocks noGrp="1"/>
          </p:cNvSpPr>
          <p:nvPr>
            <p:ph idx="1"/>
          </p:nvPr>
        </p:nvSpPr>
        <p:spPr/>
        <p:txBody>
          <a:bodyPr/>
          <a:lstStyle/>
          <a:p>
            <a:pPr algn="just" eaLnBrk="1" hangingPunct="1"/>
            <a:r>
              <a:rPr lang="zh-CN" altLang="en-US"/>
              <a:t>可靠性（</a:t>
            </a:r>
            <a:r>
              <a:rPr lang="en-US" altLang="zh-CN"/>
              <a:t>Reliability</a:t>
            </a:r>
            <a:r>
              <a:rPr lang="zh-CN" altLang="en-US"/>
              <a:t>）</a:t>
            </a:r>
            <a:endParaRPr lang="en-US" altLang="zh-CN"/>
          </a:p>
          <a:p>
            <a:pPr lvl="1" algn="just" eaLnBrk="1" hangingPunct="1"/>
            <a:r>
              <a:rPr lang="zh-CN" altLang="en-US"/>
              <a:t>可靠性指的是系统能够保持正常运行的能力。可靠性可以分为两个方面：</a:t>
            </a:r>
            <a:endParaRPr lang="en-US" altLang="zh-CN"/>
          </a:p>
          <a:p>
            <a:pPr lvl="1" algn="just" eaLnBrk="1" hangingPunct="1"/>
            <a:r>
              <a:rPr lang="zh-CN" altLang="en-US"/>
              <a:t>（</a:t>
            </a:r>
            <a:r>
              <a:rPr lang="en-US" altLang="zh-CN"/>
              <a:t>1</a:t>
            </a:r>
            <a:r>
              <a:rPr lang="zh-CN" altLang="en-US"/>
              <a:t>）容错：其目的是在错误发生时确保系统正确的行为，并进行内部修复。</a:t>
            </a:r>
            <a:endParaRPr lang="en-US" altLang="zh-CN"/>
          </a:p>
          <a:p>
            <a:pPr lvl="1" algn="just" eaLnBrk="1" hangingPunct="1"/>
            <a:r>
              <a:rPr lang="zh-CN" altLang="en-US"/>
              <a:t>（</a:t>
            </a:r>
            <a:r>
              <a:rPr lang="en-US" altLang="zh-CN"/>
              <a:t>2</a:t>
            </a:r>
            <a:r>
              <a:rPr lang="zh-CN" altLang="en-US"/>
              <a:t>）健壮性：这里说的是保护应用程序不受错误使用和错误输入的影响，在遇到意外错误事件时确保应用系统处于已经定义好的状态。</a:t>
            </a:r>
          </a:p>
          <a:p>
            <a:pPr algn="just" eaLnBrk="1" hangingPunct="1"/>
            <a:endParaRPr lang="en-US" altLang="zh-CN"/>
          </a:p>
          <a:p>
            <a:endParaRPr lang="zh-CN" altLang="en-US"/>
          </a:p>
        </p:txBody>
      </p:sp>
      <p:sp>
        <p:nvSpPr>
          <p:cNvPr id="30724" name="灯片编号占位符 3">
            <a:extLst>
              <a:ext uri="{FF2B5EF4-FFF2-40B4-BE49-F238E27FC236}">
                <a16:creationId xmlns:a16="http://schemas.microsoft.com/office/drawing/2014/main" id="{CE36FB1E-B487-4BFF-9775-000A8B5CA6B3}"/>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E250AF23-5213-4650-82F8-F30EABFDB7AD}" type="slidenum">
              <a:rPr lang="en-US" altLang="zh-CN">
                <a:solidFill>
                  <a:srgbClr val="B5A788"/>
                </a:solidFill>
              </a:rPr>
              <a:pPr/>
              <a:t>23</a:t>
            </a:fld>
            <a:endParaRPr lang="en-US" altLang="zh-CN">
              <a:solidFill>
                <a:srgbClr val="B5A788"/>
              </a:solidFill>
            </a:endParaRPr>
          </a:p>
        </p:txBody>
      </p:sp>
    </p:spTree>
  </p:cSld>
  <p:clrMapOvr>
    <a:masterClrMapping/>
  </p:clrMapOvr>
  <p:transition>
    <p:wipe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E5E776-B4D9-4CAF-9992-67433D46E2CF}"/>
              </a:ext>
            </a:extLst>
          </p:cNvPr>
          <p:cNvSpPr>
            <a:spLocks noGrp="1"/>
          </p:cNvSpPr>
          <p:nvPr>
            <p:ph type="title"/>
          </p:nvPr>
        </p:nvSpPr>
        <p:spPr/>
        <p:txBody>
          <a:bodyPr/>
          <a:lstStyle/>
          <a:p>
            <a:pPr>
              <a:defRPr/>
            </a:pPr>
            <a:r>
              <a:rPr kumimoji="1" lang="zh-CN" altLang="en-US" sz="4400" dirty="0">
                <a:latin typeface="+mj-ea"/>
              </a:rPr>
              <a:t>外部质量指标（</a:t>
            </a:r>
            <a:r>
              <a:rPr kumimoji="1" lang="en-US" altLang="zh-CN" sz="4400" dirty="0">
                <a:latin typeface="+mj-ea"/>
              </a:rPr>
              <a:t>7</a:t>
            </a:r>
            <a:r>
              <a:rPr kumimoji="1" lang="zh-CN" altLang="en-US" sz="4400" dirty="0">
                <a:latin typeface="+mj-ea"/>
              </a:rPr>
              <a:t>）</a:t>
            </a:r>
            <a:endParaRPr lang="zh-CN" altLang="en-US" dirty="0">
              <a:latin typeface="+mj-ea"/>
            </a:endParaRPr>
          </a:p>
        </p:txBody>
      </p:sp>
      <p:sp>
        <p:nvSpPr>
          <p:cNvPr id="31747" name="内容占位符 2">
            <a:extLst>
              <a:ext uri="{FF2B5EF4-FFF2-40B4-BE49-F238E27FC236}">
                <a16:creationId xmlns:a16="http://schemas.microsoft.com/office/drawing/2014/main" id="{26DBB0A3-1A62-45B7-8693-43EBD9F76C3F}"/>
              </a:ext>
            </a:extLst>
          </p:cNvPr>
          <p:cNvSpPr>
            <a:spLocks noGrp="1"/>
          </p:cNvSpPr>
          <p:nvPr>
            <p:ph idx="1"/>
          </p:nvPr>
        </p:nvSpPr>
        <p:spPr/>
        <p:txBody>
          <a:bodyPr/>
          <a:lstStyle/>
          <a:p>
            <a:pPr algn="just" eaLnBrk="1" hangingPunct="1"/>
            <a:r>
              <a:rPr lang="zh-CN" altLang="en-US"/>
              <a:t>可靠性主要关注如下的问题：</a:t>
            </a:r>
            <a:endParaRPr lang="en-US" altLang="zh-CN"/>
          </a:p>
          <a:p>
            <a:pPr lvl="1" algn="just" eaLnBrk="1" hangingPunct="1"/>
            <a:r>
              <a:rPr lang="zh-CN" altLang="en-US"/>
              <a:t>（</a:t>
            </a:r>
            <a:r>
              <a:rPr lang="en-US" altLang="zh-CN"/>
              <a:t>1</a:t>
            </a:r>
            <a:r>
              <a:rPr lang="zh-CN" altLang="en-US"/>
              <a:t>）系统崩溃或变得没有回应时，探测失效根源并自动启动失效备援，或者将负载转送到备份系统。</a:t>
            </a:r>
            <a:endParaRPr lang="en-US" altLang="zh-CN"/>
          </a:p>
          <a:p>
            <a:pPr lvl="1" algn="just" eaLnBrk="1" hangingPunct="1"/>
            <a:r>
              <a:rPr lang="zh-CN" altLang="en-US"/>
              <a:t>（</a:t>
            </a:r>
            <a:r>
              <a:rPr lang="en-US" altLang="zh-CN"/>
              <a:t>2</a:t>
            </a:r>
            <a:r>
              <a:rPr lang="zh-CN" altLang="en-US"/>
              <a:t>）输出不一致时，通过执行插桩探测性能缺陷根源，并通过系统输出相关信息。</a:t>
            </a:r>
            <a:endParaRPr lang="en-US" altLang="zh-CN"/>
          </a:p>
          <a:p>
            <a:pPr lvl="1" algn="just" eaLnBrk="1" hangingPunct="1"/>
            <a:r>
              <a:rPr lang="zh-CN" altLang="en-US"/>
              <a:t>（</a:t>
            </a:r>
            <a:r>
              <a:rPr lang="en-US" altLang="zh-CN"/>
              <a:t>3</a:t>
            </a:r>
            <a:r>
              <a:rPr lang="zh-CN" altLang="en-US"/>
              <a:t>）由于外部因素（例如网络不可用）导致系统失效时，寻找合适的方式处理不可靠的外部系统、失效的交互以及失效的事务等。</a:t>
            </a:r>
          </a:p>
          <a:p>
            <a:pPr algn="just" eaLnBrk="1" hangingPunct="1"/>
            <a:endParaRPr lang="en-US" altLang="zh-CN"/>
          </a:p>
          <a:p>
            <a:endParaRPr lang="zh-CN" altLang="en-US"/>
          </a:p>
        </p:txBody>
      </p:sp>
      <p:sp>
        <p:nvSpPr>
          <p:cNvPr id="31748" name="灯片编号占位符 3">
            <a:extLst>
              <a:ext uri="{FF2B5EF4-FFF2-40B4-BE49-F238E27FC236}">
                <a16:creationId xmlns:a16="http://schemas.microsoft.com/office/drawing/2014/main" id="{4DD14EE7-5BED-4BFE-A6A0-290005C1F520}"/>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F19AEF1F-0033-4671-A6C3-C125886F7BCA}" type="slidenum">
              <a:rPr lang="en-US" altLang="zh-CN">
                <a:solidFill>
                  <a:srgbClr val="B5A788"/>
                </a:solidFill>
              </a:rPr>
              <a:pPr/>
              <a:t>24</a:t>
            </a:fld>
            <a:endParaRPr lang="en-US" altLang="zh-CN">
              <a:solidFill>
                <a:srgbClr val="B5A788"/>
              </a:solidFill>
            </a:endParaRPr>
          </a:p>
        </p:txBody>
      </p:sp>
    </p:spTree>
  </p:cSld>
  <p:clrMapOvr>
    <a:masterClrMapping/>
  </p:clrMapOvr>
  <p:transition>
    <p:wipe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EA32D4-6E9C-4BCE-8405-1A2C551C5255}"/>
              </a:ext>
            </a:extLst>
          </p:cNvPr>
          <p:cNvSpPr>
            <a:spLocks noGrp="1"/>
          </p:cNvSpPr>
          <p:nvPr>
            <p:ph type="title"/>
          </p:nvPr>
        </p:nvSpPr>
        <p:spPr/>
        <p:txBody>
          <a:bodyPr/>
          <a:lstStyle/>
          <a:p>
            <a:pPr>
              <a:defRPr/>
            </a:pPr>
            <a:r>
              <a:rPr kumimoji="1" lang="zh-CN" altLang="en-US" sz="4400" dirty="0">
                <a:latin typeface="+mj-ea"/>
              </a:rPr>
              <a:t>外部质量指标（</a:t>
            </a:r>
            <a:r>
              <a:rPr kumimoji="1" lang="en-US" altLang="zh-CN" sz="4400" dirty="0">
                <a:latin typeface="+mj-ea"/>
              </a:rPr>
              <a:t>8</a:t>
            </a:r>
            <a:r>
              <a:rPr kumimoji="1" lang="zh-CN" altLang="en-US" sz="4400" dirty="0">
                <a:latin typeface="+mj-ea"/>
              </a:rPr>
              <a:t>）</a:t>
            </a:r>
            <a:endParaRPr lang="zh-CN" altLang="en-US" dirty="0">
              <a:latin typeface="+mj-ea"/>
            </a:endParaRPr>
          </a:p>
        </p:txBody>
      </p:sp>
      <p:sp>
        <p:nvSpPr>
          <p:cNvPr id="32771" name="内容占位符 2">
            <a:extLst>
              <a:ext uri="{FF2B5EF4-FFF2-40B4-BE49-F238E27FC236}">
                <a16:creationId xmlns:a16="http://schemas.microsoft.com/office/drawing/2014/main" id="{12B4633B-9F57-4298-8590-1F0E7A0B1244}"/>
              </a:ext>
            </a:extLst>
          </p:cNvPr>
          <p:cNvSpPr>
            <a:spLocks noGrp="1"/>
          </p:cNvSpPr>
          <p:nvPr>
            <p:ph idx="1"/>
          </p:nvPr>
        </p:nvSpPr>
        <p:spPr/>
        <p:txBody>
          <a:bodyPr/>
          <a:lstStyle/>
          <a:p>
            <a:pPr algn="just" eaLnBrk="1" hangingPunct="1"/>
            <a:r>
              <a:rPr lang="zh-CN" altLang="en-US"/>
              <a:t>安全性（</a:t>
            </a:r>
            <a:r>
              <a:rPr lang="en-US" altLang="zh-CN"/>
              <a:t>Security</a:t>
            </a:r>
            <a:r>
              <a:rPr lang="zh-CN" altLang="en-US"/>
              <a:t>）</a:t>
            </a:r>
          </a:p>
          <a:p>
            <a:pPr lvl="1" algn="just" eaLnBrk="1" hangingPunct="1"/>
            <a:r>
              <a:rPr lang="zh-CN" altLang="en-US"/>
              <a:t>安全性是衡量系统在向合法用户正常提供服务的情况下，阻止企图非授权使用，或者抗拒拒绝服务攻击（</a:t>
            </a:r>
            <a:r>
              <a:rPr lang="en-US" altLang="zh-CN"/>
              <a:t>denial of service attack</a:t>
            </a:r>
            <a:r>
              <a:rPr lang="zh-CN" altLang="en-US"/>
              <a:t>），并阻止信息泄露和丢失的能力。</a:t>
            </a:r>
            <a:endParaRPr lang="en-US" altLang="zh-CN"/>
          </a:p>
          <a:p>
            <a:pPr lvl="1" algn="just" eaLnBrk="1" hangingPunct="1"/>
            <a:r>
              <a:rPr lang="zh-CN" altLang="en-US"/>
              <a:t>影响系统安全性的主要因素包括机密性，完整性和可用性。</a:t>
            </a:r>
            <a:endParaRPr lang="en-US" altLang="zh-CN"/>
          </a:p>
          <a:p>
            <a:pPr lvl="1" algn="just" eaLnBrk="1" hangingPunct="1"/>
            <a:r>
              <a:rPr lang="zh-CN" altLang="en-US"/>
              <a:t>提高系统安全性主要通过授权、加密、审计及日志等手段来实现。</a:t>
            </a:r>
          </a:p>
          <a:p>
            <a:pPr algn="just" eaLnBrk="1" hangingPunct="1"/>
            <a:endParaRPr lang="en-US" altLang="zh-CN"/>
          </a:p>
          <a:p>
            <a:endParaRPr lang="zh-CN" altLang="en-US"/>
          </a:p>
        </p:txBody>
      </p:sp>
      <p:sp>
        <p:nvSpPr>
          <p:cNvPr id="32772" name="灯片编号占位符 3">
            <a:extLst>
              <a:ext uri="{FF2B5EF4-FFF2-40B4-BE49-F238E27FC236}">
                <a16:creationId xmlns:a16="http://schemas.microsoft.com/office/drawing/2014/main" id="{EB1FB278-B585-4F17-A3E1-EBF74ED9F135}"/>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0E38A026-ADCA-40C1-B215-F28816B2CBA0}" type="slidenum">
              <a:rPr lang="en-US" altLang="zh-CN">
                <a:solidFill>
                  <a:srgbClr val="B5A788"/>
                </a:solidFill>
              </a:rPr>
              <a:pPr/>
              <a:t>25</a:t>
            </a:fld>
            <a:endParaRPr lang="en-US" altLang="zh-CN">
              <a:solidFill>
                <a:srgbClr val="B5A788"/>
              </a:solidFill>
            </a:endParaRPr>
          </a:p>
        </p:txBody>
      </p:sp>
    </p:spTree>
  </p:cSld>
  <p:clrMapOvr>
    <a:masterClrMapping/>
  </p:clrMapOvr>
  <p:transition>
    <p:wipe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6EFA3B-42C9-4FB9-BB70-1EA9B43D35EC}"/>
              </a:ext>
            </a:extLst>
          </p:cNvPr>
          <p:cNvSpPr>
            <a:spLocks noGrp="1"/>
          </p:cNvSpPr>
          <p:nvPr>
            <p:ph type="title"/>
          </p:nvPr>
        </p:nvSpPr>
        <p:spPr/>
        <p:txBody>
          <a:bodyPr/>
          <a:lstStyle/>
          <a:p>
            <a:pPr>
              <a:defRPr/>
            </a:pPr>
            <a:r>
              <a:rPr kumimoji="1" lang="zh-CN" altLang="en-US" sz="4400" dirty="0">
                <a:latin typeface="+mj-ea"/>
              </a:rPr>
              <a:t>外部质量指标（</a:t>
            </a:r>
            <a:r>
              <a:rPr kumimoji="1" lang="en-US" altLang="zh-CN" sz="4400" dirty="0">
                <a:latin typeface="+mj-ea"/>
              </a:rPr>
              <a:t>9</a:t>
            </a:r>
            <a:r>
              <a:rPr kumimoji="1" lang="zh-CN" altLang="en-US" sz="4400" dirty="0">
                <a:latin typeface="+mj-ea"/>
              </a:rPr>
              <a:t>）</a:t>
            </a:r>
            <a:endParaRPr lang="zh-CN" altLang="en-US" dirty="0">
              <a:latin typeface="+mj-ea"/>
            </a:endParaRPr>
          </a:p>
        </p:txBody>
      </p:sp>
      <p:sp>
        <p:nvSpPr>
          <p:cNvPr id="33795" name="内容占位符 2">
            <a:extLst>
              <a:ext uri="{FF2B5EF4-FFF2-40B4-BE49-F238E27FC236}">
                <a16:creationId xmlns:a16="http://schemas.microsoft.com/office/drawing/2014/main" id="{6FBB49B5-0430-4087-8AFF-20B9C1E41A99}"/>
              </a:ext>
            </a:extLst>
          </p:cNvPr>
          <p:cNvSpPr>
            <a:spLocks noGrp="1"/>
          </p:cNvSpPr>
          <p:nvPr>
            <p:ph idx="1"/>
          </p:nvPr>
        </p:nvSpPr>
        <p:spPr/>
        <p:txBody>
          <a:bodyPr/>
          <a:lstStyle/>
          <a:p>
            <a:pPr algn="just" eaLnBrk="1" hangingPunct="1"/>
            <a:r>
              <a:rPr lang="zh-CN" altLang="en-US"/>
              <a:t>安全性主要关注的问题有：</a:t>
            </a:r>
            <a:endParaRPr lang="en-US" altLang="zh-CN"/>
          </a:p>
          <a:p>
            <a:pPr lvl="1" algn="just" eaLnBrk="1" hangingPunct="1"/>
            <a:r>
              <a:rPr lang="zh-CN" altLang="en-US"/>
              <a:t>（</a:t>
            </a:r>
            <a:r>
              <a:rPr lang="en-US" altLang="zh-CN"/>
              <a:t>1</a:t>
            </a:r>
            <a:r>
              <a:rPr lang="zh-CN" altLang="en-US"/>
              <a:t>）欺骗用户身份</a:t>
            </a:r>
            <a:endParaRPr lang="en-US" altLang="zh-CN"/>
          </a:p>
          <a:p>
            <a:pPr lvl="1" algn="just" eaLnBrk="1" hangingPunct="1"/>
            <a:r>
              <a:rPr lang="zh-CN" altLang="en-US"/>
              <a:t>（</a:t>
            </a:r>
            <a:r>
              <a:rPr lang="en-US" altLang="zh-CN"/>
              <a:t>2</a:t>
            </a:r>
            <a:r>
              <a:rPr lang="zh-CN" altLang="en-US"/>
              <a:t>）由恶意输入引起的危害</a:t>
            </a:r>
            <a:endParaRPr lang="en-US" altLang="zh-CN"/>
          </a:p>
          <a:p>
            <a:pPr lvl="1" algn="just" eaLnBrk="1" hangingPunct="1"/>
            <a:r>
              <a:rPr lang="zh-CN" altLang="en-US"/>
              <a:t>（</a:t>
            </a:r>
            <a:r>
              <a:rPr lang="en-US" altLang="zh-CN"/>
              <a:t>3</a:t>
            </a:r>
            <a:r>
              <a:rPr lang="zh-CN" altLang="en-US"/>
              <a:t>）数据篡改</a:t>
            </a:r>
            <a:endParaRPr lang="en-US" altLang="zh-CN"/>
          </a:p>
          <a:p>
            <a:pPr lvl="1" algn="just" eaLnBrk="1" hangingPunct="1"/>
            <a:r>
              <a:rPr lang="zh-CN" altLang="en-US"/>
              <a:t>（</a:t>
            </a:r>
            <a:r>
              <a:rPr lang="en-US" altLang="zh-CN"/>
              <a:t>4</a:t>
            </a:r>
            <a:r>
              <a:rPr lang="zh-CN" altLang="en-US"/>
              <a:t>）拒绝用户行为</a:t>
            </a:r>
            <a:endParaRPr lang="en-US" altLang="zh-CN"/>
          </a:p>
          <a:p>
            <a:pPr lvl="1" algn="just" eaLnBrk="1" hangingPunct="1"/>
            <a:r>
              <a:rPr lang="zh-CN" altLang="en-US"/>
              <a:t>（</a:t>
            </a:r>
            <a:r>
              <a:rPr lang="en-US" altLang="zh-CN"/>
              <a:t>5</a:t>
            </a:r>
            <a:r>
              <a:rPr lang="zh-CN" altLang="en-US"/>
              <a:t>）信息泄露及敏感数据丢失</a:t>
            </a:r>
            <a:endParaRPr lang="en-US" altLang="zh-CN"/>
          </a:p>
          <a:p>
            <a:pPr lvl="1" algn="just" eaLnBrk="1" hangingPunct="1"/>
            <a:r>
              <a:rPr lang="zh-CN" altLang="en-US"/>
              <a:t>（</a:t>
            </a:r>
            <a:r>
              <a:rPr lang="en-US" altLang="zh-CN"/>
              <a:t>6</a:t>
            </a:r>
            <a:r>
              <a:rPr lang="zh-CN" altLang="en-US"/>
              <a:t>）由于</a:t>
            </a:r>
            <a:r>
              <a:rPr lang="en-US" altLang="zh-CN"/>
              <a:t>DoS</a:t>
            </a:r>
            <a:r>
              <a:rPr lang="zh-CN" altLang="en-US"/>
              <a:t>攻击导致的服务中断</a:t>
            </a:r>
          </a:p>
          <a:p>
            <a:pPr algn="just" eaLnBrk="1" hangingPunct="1"/>
            <a:endParaRPr lang="en-US" altLang="zh-CN"/>
          </a:p>
          <a:p>
            <a:endParaRPr lang="zh-CN" altLang="en-US"/>
          </a:p>
        </p:txBody>
      </p:sp>
      <p:sp>
        <p:nvSpPr>
          <p:cNvPr id="33796" name="灯片编号占位符 3">
            <a:extLst>
              <a:ext uri="{FF2B5EF4-FFF2-40B4-BE49-F238E27FC236}">
                <a16:creationId xmlns:a16="http://schemas.microsoft.com/office/drawing/2014/main" id="{0E18B676-363A-4D19-826A-CAAC2D574BE3}"/>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D596705A-EA2F-40B2-954C-07852891BA4D}" type="slidenum">
              <a:rPr lang="en-US" altLang="zh-CN">
                <a:solidFill>
                  <a:srgbClr val="B5A788"/>
                </a:solidFill>
              </a:rPr>
              <a:pPr/>
              <a:t>26</a:t>
            </a:fld>
            <a:endParaRPr lang="en-US" altLang="zh-CN">
              <a:solidFill>
                <a:srgbClr val="B5A788"/>
              </a:solidFill>
            </a:endParaRPr>
          </a:p>
        </p:txBody>
      </p:sp>
    </p:spTree>
  </p:cSld>
  <p:clrMapOvr>
    <a:masterClrMapping/>
  </p:clrMapOvr>
  <p:transition>
    <p:wipe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B92E2B-F0E3-46EF-89EB-DDE382538734}"/>
              </a:ext>
            </a:extLst>
          </p:cNvPr>
          <p:cNvSpPr>
            <a:spLocks noGrp="1"/>
          </p:cNvSpPr>
          <p:nvPr>
            <p:ph type="title"/>
          </p:nvPr>
        </p:nvSpPr>
        <p:spPr/>
        <p:txBody>
          <a:bodyPr/>
          <a:lstStyle/>
          <a:p>
            <a:pPr>
              <a:defRPr/>
            </a:pPr>
            <a:r>
              <a:rPr kumimoji="1" lang="zh-CN" altLang="en-US" sz="4400" dirty="0">
                <a:latin typeface="+mj-ea"/>
              </a:rPr>
              <a:t>外部质量指标（</a:t>
            </a:r>
            <a:r>
              <a:rPr kumimoji="1" lang="en-US" altLang="zh-CN" sz="4400" dirty="0">
                <a:latin typeface="+mj-ea"/>
              </a:rPr>
              <a:t>10</a:t>
            </a:r>
            <a:r>
              <a:rPr kumimoji="1" lang="zh-CN" altLang="en-US" sz="4400" dirty="0">
                <a:latin typeface="+mj-ea"/>
              </a:rPr>
              <a:t>）</a:t>
            </a:r>
            <a:endParaRPr lang="zh-CN" altLang="en-US" dirty="0">
              <a:latin typeface="+mj-ea"/>
            </a:endParaRPr>
          </a:p>
        </p:txBody>
      </p:sp>
      <p:sp>
        <p:nvSpPr>
          <p:cNvPr id="34819" name="内容占位符 2">
            <a:extLst>
              <a:ext uri="{FF2B5EF4-FFF2-40B4-BE49-F238E27FC236}">
                <a16:creationId xmlns:a16="http://schemas.microsoft.com/office/drawing/2014/main" id="{C77560F7-F003-47A7-B982-B92E9B6801C5}"/>
              </a:ext>
            </a:extLst>
          </p:cNvPr>
          <p:cNvSpPr>
            <a:spLocks noGrp="1"/>
          </p:cNvSpPr>
          <p:nvPr>
            <p:ph idx="1"/>
          </p:nvPr>
        </p:nvSpPr>
        <p:spPr/>
        <p:txBody>
          <a:bodyPr/>
          <a:lstStyle/>
          <a:p>
            <a:pPr algn="just" eaLnBrk="1" hangingPunct="1"/>
            <a:r>
              <a:rPr lang="zh-CN" altLang="en-US"/>
              <a:t>易用性（</a:t>
            </a:r>
            <a:r>
              <a:rPr lang="en-US" altLang="zh-CN"/>
              <a:t>Usability</a:t>
            </a:r>
            <a:r>
              <a:rPr lang="zh-CN" altLang="en-US"/>
              <a:t>）</a:t>
            </a:r>
            <a:endParaRPr lang="en-US" altLang="zh-CN"/>
          </a:p>
          <a:p>
            <a:pPr lvl="1" algn="just" eaLnBrk="1" hangingPunct="1"/>
            <a:r>
              <a:rPr lang="zh-CN" altLang="en-US"/>
              <a:t>易用性包含如下几个方面的意思：</a:t>
            </a:r>
            <a:endParaRPr lang="en-US" altLang="zh-CN"/>
          </a:p>
          <a:p>
            <a:pPr lvl="2" algn="just" eaLnBrk="1" hangingPunct="1"/>
            <a:r>
              <a:rPr lang="zh-CN" altLang="en-US"/>
              <a:t>（</a:t>
            </a:r>
            <a:r>
              <a:rPr lang="en-US" altLang="zh-CN"/>
              <a:t>1</a:t>
            </a:r>
            <a:r>
              <a:rPr lang="zh-CN" altLang="en-US"/>
              <a:t>）可学习性</a:t>
            </a:r>
            <a:endParaRPr lang="en-US" altLang="zh-CN"/>
          </a:p>
          <a:p>
            <a:pPr lvl="2" algn="just" eaLnBrk="1" hangingPunct="1"/>
            <a:r>
              <a:rPr lang="zh-CN" altLang="en-US"/>
              <a:t>（</a:t>
            </a:r>
            <a:r>
              <a:rPr lang="en-US" altLang="zh-CN"/>
              <a:t>2</a:t>
            </a:r>
            <a:r>
              <a:rPr lang="zh-CN" altLang="en-US"/>
              <a:t>）效率</a:t>
            </a:r>
            <a:endParaRPr lang="en-US" altLang="zh-CN"/>
          </a:p>
          <a:p>
            <a:pPr lvl="2" algn="just" eaLnBrk="1" hangingPunct="1"/>
            <a:r>
              <a:rPr lang="zh-CN" altLang="en-US"/>
              <a:t>（</a:t>
            </a:r>
            <a:r>
              <a:rPr lang="en-US" altLang="zh-CN"/>
              <a:t>3</a:t>
            </a:r>
            <a:r>
              <a:rPr lang="zh-CN" altLang="en-US"/>
              <a:t>）可记忆性</a:t>
            </a:r>
            <a:endParaRPr lang="en-US" altLang="zh-CN"/>
          </a:p>
          <a:p>
            <a:pPr lvl="2" algn="just" eaLnBrk="1" hangingPunct="1"/>
            <a:r>
              <a:rPr lang="zh-CN" altLang="en-US"/>
              <a:t>（</a:t>
            </a:r>
            <a:r>
              <a:rPr lang="en-US" altLang="zh-CN"/>
              <a:t>4</a:t>
            </a:r>
            <a:r>
              <a:rPr lang="zh-CN" altLang="en-US"/>
              <a:t>）错误避免</a:t>
            </a:r>
            <a:endParaRPr lang="en-US" altLang="zh-CN"/>
          </a:p>
          <a:p>
            <a:pPr lvl="2" algn="just" eaLnBrk="1" hangingPunct="1"/>
            <a:r>
              <a:rPr lang="zh-CN" altLang="en-US"/>
              <a:t>（</a:t>
            </a:r>
            <a:r>
              <a:rPr lang="en-US" altLang="zh-CN"/>
              <a:t>5</a:t>
            </a:r>
            <a:r>
              <a:rPr lang="zh-CN" altLang="en-US"/>
              <a:t>）错误处理</a:t>
            </a:r>
            <a:endParaRPr lang="en-US" altLang="zh-CN"/>
          </a:p>
          <a:p>
            <a:pPr lvl="2" algn="just" eaLnBrk="1" hangingPunct="1"/>
            <a:r>
              <a:rPr lang="zh-CN" altLang="en-US"/>
              <a:t>（</a:t>
            </a:r>
            <a:r>
              <a:rPr lang="en-US" altLang="zh-CN"/>
              <a:t>6</a:t>
            </a:r>
            <a:r>
              <a:rPr lang="zh-CN" altLang="en-US"/>
              <a:t>）满意度</a:t>
            </a:r>
            <a:endParaRPr lang="en-US" altLang="zh-CN"/>
          </a:p>
          <a:p>
            <a:endParaRPr lang="zh-CN" altLang="en-US"/>
          </a:p>
        </p:txBody>
      </p:sp>
      <p:sp>
        <p:nvSpPr>
          <p:cNvPr id="34820" name="灯片编号占位符 3">
            <a:extLst>
              <a:ext uri="{FF2B5EF4-FFF2-40B4-BE49-F238E27FC236}">
                <a16:creationId xmlns:a16="http://schemas.microsoft.com/office/drawing/2014/main" id="{119C2820-287F-47C4-BCBA-383A0DE82886}"/>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08F9956D-557C-48A2-89AA-FB24B5FC0DB9}" type="slidenum">
              <a:rPr lang="en-US" altLang="zh-CN">
                <a:solidFill>
                  <a:srgbClr val="B5A788"/>
                </a:solidFill>
              </a:rPr>
              <a:pPr/>
              <a:t>27</a:t>
            </a:fld>
            <a:endParaRPr lang="en-US" altLang="zh-CN">
              <a:solidFill>
                <a:srgbClr val="B5A788"/>
              </a:solidFill>
            </a:endParaRPr>
          </a:p>
        </p:txBody>
      </p:sp>
    </p:spTree>
  </p:cSld>
  <p:clrMapOvr>
    <a:masterClrMapping/>
  </p:clrMapOvr>
  <p:transition>
    <p:wipe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2A0A96-538D-42EB-816A-88EEF0820B65}"/>
              </a:ext>
            </a:extLst>
          </p:cNvPr>
          <p:cNvSpPr>
            <a:spLocks noGrp="1"/>
          </p:cNvSpPr>
          <p:nvPr>
            <p:ph type="title"/>
          </p:nvPr>
        </p:nvSpPr>
        <p:spPr/>
        <p:txBody>
          <a:bodyPr/>
          <a:lstStyle/>
          <a:p>
            <a:pPr>
              <a:defRPr/>
            </a:pPr>
            <a:r>
              <a:rPr kumimoji="1" lang="zh-CN" altLang="en-US" sz="4400" dirty="0">
                <a:latin typeface="+mj-ea"/>
              </a:rPr>
              <a:t>外部质量指标（</a:t>
            </a:r>
            <a:r>
              <a:rPr kumimoji="1" lang="en-US" altLang="zh-CN" sz="4400" dirty="0">
                <a:latin typeface="+mj-ea"/>
              </a:rPr>
              <a:t>11</a:t>
            </a:r>
            <a:r>
              <a:rPr kumimoji="1" lang="zh-CN" altLang="en-US" sz="4400" dirty="0">
                <a:latin typeface="+mj-ea"/>
              </a:rPr>
              <a:t>）</a:t>
            </a:r>
            <a:endParaRPr lang="zh-CN" altLang="en-US" dirty="0">
              <a:latin typeface="+mj-ea"/>
            </a:endParaRPr>
          </a:p>
        </p:txBody>
      </p:sp>
      <p:sp>
        <p:nvSpPr>
          <p:cNvPr id="35843" name="内容占位符 2">
            <a:extLst>
              <a:ext uri="{FF2B5EF4-FFF2-40B4-BE49-F238E27FC236}">
                <a16:creationId xmlns:a16="http://schemas.microsoft.com/office/drawing/2014/main" id="{DA692195-C799-4C7E-8F10-539D065CFBFC}"/>
              </a:ext>
            </a:extLst>
          </p:cNvPr>
          <p:cNvSpPr>
            <a:spLocks noGrp="1"/>
          </p:cNvSpPr>
          <p:nvPr>
            <p:ph idx="1"/>
          </p:nvPr>
        </p:nvSpPr>
        <p:spPr/>
        <p:txBody>
          <a:bodyPr/>
          <a:lstStyle/>
          <a:p>
            <a:pPr algn="just" eaLnBrk="1" hangingPunct="1"/>
            <a:r>
              <a:rPr lang="zh-CN" altLang="en-US"/>
              <a:t>易用性主要考虑如下的问题：</a:t>
            </a:r>
            <a:endParaRPr lang="en-US" altLang="zh-CN"/>
          </a:p>
          <a:p>
            <a:pPr lvl="1" algn="just" eaLnBrk="1" hangingPunct="1"/>
            <a:r>
              <a:rPr lang="zh-CN" altLang="en-US"/>
              <a:t>（</a:t>
            </a:r>
            <a:r>
              <a:rPr lang="en-US" altLang="zh-CN"/>
              <a:t>1</a:t>
            </a:r>
            <a:r>
              <a:rPr lang="zh-CN" altLang="en-US"/>
              <a:t>）完成一项任务需要太多的交互（大量的点击），保证对屏幕输入流程及交互模式的设计最大限度地提高易用性。</a:t>
            </a:r>
            <a:endParaRPr lang="en-US" altLang="zh-CN"/>
          </a:p>
          <a:p>
            <a:pPr lvl="1" algn="just" eaLnBrk="1" hangingPunct="1"/>
            <a:r>
              <a:rPr lang="zh-CN" altLang="en-US"/>
              <a:t>（</a:t>
            </a:r>
            <a:r>
              <a:rPr lang="en-US" altLang="zh-CN"/>
              <a:t>2</a:t>
            </a:r>
            <a:r>
              <a:rPr lang="zh-CN" altLang="en-US"/>
              <a:t>）在多步骤的接口中存在不正确的流程步骤，考虑结合工作流来简化多步骤操作。</a:t>
            </a:r>
            <a:endParaRPr lang="en-US" altLang="zh-CN"/>
          </a:p>
          <a:p>
            <a:pPr lvl="1" algn="just" eaLnBrk="1" hangingPunct="1"/>
            <a:r>
              <a:rPr lang="zh-CN" altLang="en-US"/>
              <a:t>（</a:t>
            </a:r>
            <a:r>
              <a:rPr lang="en-US" altLang="zh-CN"/>
              <a:t>3</a:t>
            </a:r>
            <a:r>
              <a:rPr lang="zh-CN" altLang="en-US"/>
              <a:t>）数据元素和控制没有很好进行分类，选择合适的控制类型并采用公认的</a:t>
            </a:r>
            <a:r>
              <a:rPr lang="en-US" altLang="zh-CN"/>
              <a:t>UI</a:t>
            </a:r>
            <a:r>
              <a:rPr lang="zh-CN" altLang="en-US"/>
              <a:t>设计模式对控制符及内容进行设计。</a:t>
            </a:r>
            <a:endParaRPr lang="en-US" altLang="zh-CN"/>
          </a:p>
          <a:p>
            <a:pPr lvl="1" algn="just" eaLnBrk="1" hangingPunct="1"/>
            <a:r>
              <a:rPr lang="zh-CN" altLang="en-US"/>
              <a:t>（</a:t>
            </a:r>
            <a:r>
              <a:rPr lang="en-US" altLang="zh-CN"/>
              <a:t>4</a:t>
            </a:r>
            <a:r>
              <a:rPr lang="zh-CN" altLang="en-US"/>
              <a:t>）给用户的反馈非常薄弱，特别是在应用程序发生错误，异常或没有响应的情况下，考虑采用相关技术最大限度地提高用户交互性。</a:t>
            </a:r>
          </a:p>
        </p:txBody>
      </p:sp>
      <p:sp>
        <p:nvSpPr>
          <p:cNvPr id="35844" name="灯片编号占位符 3">
            <a:extLst>
              <a:ext uri="{FF2B5EF4-FFF2-40B4-BE49-F238E27FC236}">
                <a16:creationId xmlns:a16="http://schemas.microsoft.com/office/drawing/2014/main" id="{7A5B754F-3B6E-4D1F-8BE3-9D60185FEE95}"/>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EABE701A-669F-4F42-A5B0-701B9B06EA94}" type="slidenum">
              <a:rPr lang="en-US" altLang="zh-CN">
                <a:solidFill>
                  <a:srgbClr val="B5A788"/>
                </a:solidFill>
              </a:rPr>
              <a:pPr/>
              <a:t>28</a:t>
            </a:fld>
            <a:endParaRPr lang="en-US" altLang="zh-CN">
              <a:solidFill>
                <a:srgbClr val="B5A788"/>
              </a:solidFill>
            </a:endParaRPr>
          </a:p>
        </p:txBody>
      </p:sp>
    </p:spTree>
  </p:cSld>
  <p:clrMapOvr>
    <a:masterClrMapping/>
  </p:clrMapOvr>
  <p:transition>
    <p:wipe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411BD5-7E70-4DD0-818D-BC79CACCDCE9}"/>
              </a:ext>
            </a:extLst>
          </p:cNvPr>
          <p:cNvSpPr>
            <a:spLocks noGrp="1"/>
          </p:cNvSpPr>
          <p:nvPr>
            <p:ph type="title"/>
          </p:nvPr>
        </p:nvSpPr>
        <p:spPr/>
        <p:txBody>
          <a:bodyPr/>
          <a:lstStyle/>
          <a:p>
            <a:r>
              <a:rPr lang="zh-CN" altLang="en-US" sz="3600" dirty="0">
                <a:effectLst>
                  <a:outerShdw blurRad="50000" dist="30000" dir="5400000" algn="tl" rotWithShape="0">
                    <a:srgbClr val="000000">
                      <a:alpha val="30000"/>
                    </a:srgbClr>
                  </a:outerShdw>
                </a:effectLst>
              </a:rPr>
              <a:t>软件体系结构质量保障和评估方法</a:t>
            </a:r>
            <a:endParaRPr lang="zh-CN" altLang="en-US" sz="3600" dirty="0"/>
          </a:p>
        </p:txBody>
      </p:sp>
      <p:sp>
        <p:nvSpPr>
          <p:cNvPr id="3" name="内容占位符 2">
            <a:extLst>
              <a:ext uri="{FF2B5EF4-FFF2-40B4-BE49-F238E27FC236}">
                <a16:creationId xmlns:a16="http://schemas.microsoft.com/office/drawing/2014/main" id="{4EB00C1C-57DD-4DED-B5F0-4ECD2CCEC3B7}"/>
              </a:ext>
            </a:extLst>
          </p:cNvPr>
          <p:cNvSpPr>
            <a:spLocks noGrp="1"/>
          </p:cNvSpPr>
          <p:nvPr>
            <p:ph idx="1"/>
          </p:nvPr>
        </p:nvSpPr>
        <p:spPr/>
        <p:txBody>
          <a:bodyPr/>
          <a:lstStyle/>
          <a:p>
            <a:endParaRPr lang="zh-CN" altLang="en-US"/>
          </a:p>
        </p:txBody>
      </p:sp>
      <p:sp>
        <p:nvSpPr>
          <p:cNvPr id="36866" name="灯片编号占位符 2">
            <a:extLst>
              <a:ext uri="{FF2B5EF4-FFF2-40B4-BE49-F238E27FC236}">
                <a16:creationId xmlns:a16="http://schemas.microsoft.com/office/drawing/2014/main" id="{DA88B562-C811-4BCA-825D-5149008C9AA2}"/>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81E40EB1-EC78-4DD7-ABFF-98621CE64F34}" type="slidenum">
              <a:rPr lang="en-US" altLang="zh-CN">
                <a:solidFill>
                  <a:srgbClr val="B5A788"/>
                </a:solidFill>
              </a:rPr>
              <a:pPr/>
              <a:t>29</a:t>
            </a:fld>
            <a:endParaRPr lang="en-US" altLang="zh-CN">
              <a:solidFill>
                <a:srgbClr val="B5A788"/>
              </a:solidFill>
            </a:endParaRPr>
          </a:p>
        </p:txBody>
      </p:sp>
      <p:sp>
        <p:nvSpPr>
          <p:cNvPr id="557062" name="Rectangle 6">
            <a:extLst>
              <a:ext uri="{FF2B5EF4-FFF2-40B4-BE49-F238E27FC236}">
                <a16:creationId xmlns:a16="http://schemas.microsoft.com/office/drawing/2014/main" id="{6F40AF27-BFD4-4DC5-B4B8-6CFB18680293}"/>
              </a:ext>
            </a:extLst>
          </p:cNvPr>
          <p:cNvSpPr>
            <a:spLocks noChangeArrowheads="1"/>
          </p:cNvSpPr>
          <p:nvPr/>
        </p:nvSpPr>
        <p:spPr bwMode="auto">
          <a:xfrm>
            <a:off x="1143000" y="1285875"/>
            <a:ext cx="7532688" cy="830263"/>
          </a:xfrm>
          <a:prstGeom prst="rect">
            <a:avLst/>
          </a:prstGeom>
          <a:noFill/>
          <a:ln w="9525">
            <a:noFill/>
            <a:miter lim="800000"/>
            <a:headEnd/>
            <a:tailEnd/>
          </a:ln>
        </p:spPr>
        <p:txBody>
          <a:bodyPr>
            <a:spAutoFit/>
          </a:bodyPr>
          <a:lstStyle/>
          <a:p>
            <a:pPr algn="just" eaLnBrk="1" hangingPunct="1">
              <a:defRPr/>
            </a:pPr>
            <a:r>
              <a:rPr kumimoji="1" lang="zh-CN" altLang="en-US" sz="2400" dirty="0">
                <a:latin typeface="+mn-ea"/>
                <a:ea typeface="+mn-ea"/>
                <a:cs typeface="楷体_GB2312"/>
              </a:rPr>
              <a:t>软件体系结构评估的目的是判断该体系结构是否实现了风险承担者的质量需求。</a:t>
            </a:r>
            <a:endParaRPr kumimoji="1" lang="en-US" altLang="zh-CN" sz="2400" dirty="0">
              <a:latin typeface="+mn-ea"/>
              <a:ea typeface="+mn-ea"/>
              <a:cs typeface="楷体_GB2312"/>
            </a:endParaRPr>
          </a:p>
        </p:txBody>
      </p:sp>
      <p:sp>
        <p:nvSpPr>
          <p:cNvPr id="36868" name="Rectangle 2">
            <a:extLst>
              <a:ext uri="{FF2B5EF4-FFF2-40B4-BE49-F238E27FC236}">
                <a16:creationId xmlns:a16="http://schemas.microsoft.com/office/drawing/2014/main" id="{217BBBBB-3398-4C67-864F-7BD3C9C38FDC}"/>
              </a:ext>
            </a:extLst>
          </p:cNvPr>
          <p:cNvSpPr>
            <a:spLocks noChangeArrowheads="1"/>
          </p:cNvSpPr>
          <p:nvPr/>
        </p:nvSpPr>
        <p:spPr bwMode="auto">
          <a:xfrm>
            <a:off x="2835275" y="3071813"/>
            <a:ext cx="9969500" cy="4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endParaRPr lang="zh-CN" altLang="en-US"/>
          </a:p>
        </p:txBody>
      </p:sp>
      <p:graphicFrame>
        <p:nvGraphicFramePr>
          <p:cNvPr id="36870" name="对象 2">
            <a:extLst>
              <a:ext uri="{FF2B5EF4-FFF2-40B4-BE49-F238E27FC236}">
                <a16:creationId xmlns:a16="http://schemas.microsoft.com/office/drawing/2014/main" id="{C65E5E70-39FD-4E62-A9D6-29EB93EA0C5B}"/>
              </a:ext>
            </a:extLst>
          </p:cNvPr>
          <p:cNvGraphicFramePr>
            <a:graphicFrameLocks noChangeAspect="1"/>
          </p:cNvGraphicFramePr>
          <p:nvPr/>
        </p:nvGraphicFramePr>
        <p:xfrm>
          <a:off x="1009650" y="2244725"/>
          <a:ext cx="6983413" cy="4613275"/>
        </p:xfrm>
        <a:graphic>
          <a:graphicData uri="http://schemas.openxmlformats.org/presentationml/2006/ole">
            <mc:AlternateContent xmlns:mc="http://schemas.openxmlformats.org/markup-compatibility/2006">
              <mc:Choice xmlns:v="urn:schemas-microsoft-com:vml" Requires="v">
                <p:oleObj spid="_x0000_s36886" name="Visio" r:id="rId3" imgW="7955280" imgH="5262652" progId="Visio.Drawing.11">
                  <p:embed/>
                </p:oleObj>
              </mc:Choice>
              <mc:Fallback>
                <p:oleObj name="Visio" r:id="rId3" imgW="7955280" imgH="5262652" progId="Visio.Drawing.11">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9650" y="2244725"/>
                        <a:ext cx="6983413" cy="461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wipe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57062"/>
                                        </p:tgtEl>
                                        <p:attrNameLst>
                                          <p:attrName>style.visibility</p:attrName>
                                        </p:attrNameLst>
                                      </p:cBhvr>
                                      <p:to>
                                        <p:strVal val="visible"/>
                                      </p:to>
                                    </p:set>
                                    <p:anim calcmode="lin" valueType="num">
                                      <p:cBhvr additive="base">
                                        <p:cTn id="7" dur="500" fill="hold"/>
                                        <p:tgtEl>
                                          <p:spTgt spid="557062"/>
                                        </p:tgtEl>
                                        <p:attrNameLst>
                                          <p:attrName>ppt_x</p:attrName>
                                        </p:attrNameLst>
                                      </p:cBhvr>
                                      <p:tavLst>
                                        <p:tav tm="0">
                                          <p:val>
                                            <p:strVal val="#ppt_x"/>
                                          </p:val>
                                        </p:tav>
                                        <p:tav tm="100000">
                                          <p:val>
                                            <p:strVal val="#ppt_x"/>
                                          </p:val>
                                        </p:tav>
                                      </p:tavLst>
                                    </p:anim>
                                    <p:anim calcmode="lin" valueType="num">
                                      <p:cBhvr additive="base">
                                        <p:cTn id="8" dur="500" fill="hold"/>
                                        <p:tgtEl>
                                          <p:spTgt spid="5570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7062"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7BE952-F3EC-4AFD-B805-BF0C3DFA1E65}"/>
              </a:ext>
            </a:extLst>
          </p:cNvPr>
          <p:cNvSpPr>
            <a:spLocks noGrp="1"/>
          </p:cNvSpPr>
          <p:nvPr>
            <p:ph type="title"/>
          </p:nvPr>
        </p:nvSpPr>
        <p:spPr/>
        <p:txBody>
          <a:bodyPr/>
          <a:lstStyle/>
          <a:p>
            <a:pPr>
              <a:defRPr/>
            </a:pPr>
            <a:r>
              <a:rPr kumimoji="1" lang="zh-CN" altLang="en-US" sz="4400" dirty="0">
                <a:latin typeface="+mj-ea"/>
              </a:rPr>
              <a:t>评估准备（</a:t>
            </a:r>
            <a:r>
              <a:rPr kumimoji="1" lang="en-US" altLang="zh-CN" sz="4400" dirty="0">
                <a:latin typeface="+mj-ea"/>
              </a:rPr>
              <a:t>1</a:t>
            </a:r>
            <a:r>
              <a:rPr kumimoji="1" lang="zh-CN" altLang="en-US" sz="4400" dirty="0">
                <a:latin typeface="+mj-ea"/>
              </a:rPr>
              <a:t>）</a:t>
            </a:r>
            <a:endParaRPr lang="zh-CN" altLang="en-US" dirty="0">
              <a:latin typeface="+mj-ea"/>
            </a:endParaRPr>
          </a:p>
        </p:txBody>
      </p:sp>
      <p:sp>
        <p:nvSpPr>
          <p:cNvPr id="37891" name="内容占位符 2">
            <a:extLst>
              <a:ext uri="{FF2B5EF4-FFF2-40B4-BE49-F238E27FC236}">
                <a16:creationId xmlns:a16="http://schemas.microsoft.com/office/drawing/2014/main" id="{F5E28C20-C157-4D13-B48D-E504F8875864}"/>
              </a:ext>
            </a:extLst>
          </p:cNvPr>
          <p:cNvSpPr>
            <a:spLocks noGrp="1"/>
          </p:cNvSpPr>
          <p:nvPr>
            <p:ph idx="1"/>
          </p:nvPr>
        </p:nvSpPr>
        <p:spPr/>
        <p:txBody>
          <a:bodyPr/>
          <a:lstStyle/>
          <a:p>
            <a:pPr algn="just" eaLnBrk="1" hangingPunct="1"/>
            <a:r>
              <a:rPr lang="zh-CN" altLang="en-US" sz="3600" dirty="0"/>
              <a:t>软件体系结构评估作为软件开发过程的一个重要步骤，首先需要建立规范的评估文档（类似于软件测试中测试用例），这类文档主要供评估人员和风险承担者参阅和交流</a:t>
            </a:r>
          </a:p>
        </p:txBody>
      </p:sp>
      <p:sp>
        <p:nvSpPr>
          <p:cNvPr id="37892" name="灯片编号占位符 3">
            <a:extLst>
              <a:ext uri="{FF2B5EF4-FFF2-40B4-BE49-F238E27FC236}">
                <a16:creationId xmlns:a16="http://schemas.microsoft.com/office/drawing/2014/main" id="{4C6DF4A7-7E5F-4616-B454-716C2CB1CCF1}"/>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38D02EBF-2234-49E7-BB8B-2658FC1E2C16}" type="slidenum">
              <a:rPr lang="en-US" altLang="zh-CN">
                <a:solidFill>
                  <a:srgbClr val="B5A788"/>
                </a:solidFill>
              </a:rPr>
              <a:pPr/>
              <a:t>30</a:t>
            </a:fld>
            <a:endParaRPr lang="en-US" altLang="zh-CN">
              <a:solidFill>
                <a:srgbClr val="B5A788"/>
              </a:solidFill>
            </a:endParaRPr>
          </a:p>
        </p:txBody>
      </p:sp>
    </p:spTree>
  </p:cSld>
  <p:clrMapOvr>
    <a:masterClrMapping/>
  </p:clrMapOvr>
  <p:transition>
    <p:wipe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0E582C-D43B-46B1-92E9-4AC322359AE3}"/>
              </a:ext>
            </a:extLst>
          </p:cNvPr>
          <p:cNvSpPr>
            <a:spLocks noGrp="1"/>
          </p:cNvSpPr>
          <p:nvPr>
            <p:ph type="title"/>
          </p:nvPr>
        </p:nvSpPr>
        <p:spPr/>
        <p:txBody>
          <a:bodyPr/>
          <a:lstStyle/>
          <a:p>
            <a:r>
              <a:rPr kumimoji="1" lang="zh-CN" altLang="en-US" dirty="0">
                <a:effectLst>
                  <a:outerShdw blurRad="50000" dist="30000" dir="5400000" algn="tl" rotWithShape="0">
                    <a:srgbClr val="000000">
                      <a:alpha val="30000"/>
                    </a:srgbClr>
                  </a:outerShdw>
                </a:effectLst>
                <a:latin typeface="+mj-ea"/>
              </a:rPr>
              <a:t>评估准备（</a:t>
            </a:r>
            <a:r>
              <a:rPr kumimoji="1" lang="en-US" altLang="zh-CN" dirty="0">
                <a:effectLst>
                  <a:outerShdw blurRad="50000" dist="30000" dir="5400000" algn="tl" rotWithShape="0">
                    <a:srgbClr val="000000">
                      <a:alpha val="30000"/>
                    </a:srgbClr>
                  </a:outerShdw>
                </a:effectLst>
                <a:latin typeface="+mj-ea"/>
              </a:rPr>
              <a:t>2</a:t>
            </a:r>
            <a:r>
              <a:rPr kumimoji="1" lang="zh-CN" altLang="en-US" dirty="0">
                <a:effectLst>
                  <a:outerShdw blurRad="50000" dist="30000" dir="5400000" algn="tl" rotWithShape="0">
                    <a:srgbClr val="000000">
                      <a:alpha val="30000"/>
                    </a:srgbClr>
                  </a:outerShdw>
                </a:effectLst>
                <a:latin typeface="+mj-ea"/>
              </a:rPr>
              <a:t>）</a:t>
            </a:r>
            <a:endParaRPr lang="zh-CN" altLang="en-US" dirty="0"/>
          </a:p>
        </p:txBody>
      </p:sp>
      <p:sp>
        <p:nvSpPr>
          <p:cNvPr id="3" name="内容占位符 2">
            <a:extLst>
              <a:ext uri="{FF2B5EF4-FFF2-40B4-BE49-F238E27FC236}">
                <a16:creationId xmlns:a16="http://schemas.microsoft.com/office/drawing/2014/main" id="{0AB6E6C8-011E-4BF2-843F-9C7051B4322A}"/>
              </a:ext>
            </a:extLst>
          </p:cNvPr>
          <p:cNvSpPr>
            <a:spLocks noGrp="1"/>
          </p:cNvSpPr>
          <p:nvPr>
            <p:ph idx="1"/>
          </p:nvPr>
        </p:nvSpPr>
        <p:spPr/>
        <p:txBody>
          <a:bodyPr/>
          <a:lstStyle/>
          <a:p>
            <a:endParaRPr lang="zh-CN" altLang="en-US"/>
          </a:p>
        </p:txBody>
      </p:sp>
      <p:sp>
        <p:nvSpPr>
          <p:cNvPr id="38914" name="灯片编号占位符 2">
            <a:extLst>
              <a:ext uri="{FF2B5EF4-FFF2-40B4-BE49-F238E27FC236}">
                <a16:creationId xmlns:a16="http://schemas.microsoft.com/office/drawing/2014/main" id="{0F1408F7-17C2-4391-952D-C66678EF8008}"/>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941D8345-B263-4F86-A109-270B74AC34BA}" type="slidenum">
              <a:rPr lang="en-US" altLang="zh-CN">
                <a:solidFill>
                  <a:srgbClr val="B5A788"/>
                </a:solidFill>
              </a:rPr>
              <a:pPr/>
              <a:t>31</a:t>
            </a:fld>
            <a:endParaRPr lang="en-US" altLang="zh-CN">
              <a:solidFill>
                <a:srgbClr val="B5A788"/>
              </a:solidFill>
            </a:endParaRPr>
          </a:p>
        </p:txBody>
      </p:sp>
      <p:sp>
        <p:nvSpPr>
          <p:cNvPr id="38915" name="Rectangle 2">
            <a:extLst>
              <a:ext uri="{FF2B5EF4-FFF2-40B4-BE49-F238E27FC236}">
                <a16:creationId xmlns:a16="http://schemas.microsoft.com/office/drawing/2014/main" id="{3EE910DA-4427-4F67-8C71-C9D8DF886F89}"/>
              </a:ext>
            </a:extLst>
          </p:cNvPr>
          <p:cNvSpPr>
            <a:spLocks noChangeArrowheads="1"/>
          </p:cNvSpPr>
          <p:nvPr/>
        </p:nvSpPr>
        <p:spPr bwMode="auto">
          <a:xfrm>
            <a:off x="2843213" y="4389438"/>
            <a:ext cx="12511087" cy="4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endParaRPr lang="zh-CN" altLang="en-US"/>
          </a:p>
        </p:txBody>
      </p:sp>
      <p:sp>
        <p:nvSpPr>
          <p:cNvPr id="38916" name="Rectangle 2">
            <a:extLst>
              <a:ext uri="{FF2B5EF4-FFF2-40B4-BE49-F238E27FC236}">
                <a16:creationId xmlns:a16="http://schemas.microsoft.com/office/drawing/2014/main" id="{5AA37388-9BAD-4904-9E3E-77609CF3C8F9}"/>
              </a:ext>
            </a:extLst>
          </p:cNvPr>
          <p:cNvSpPr>
            <a:spLocks noChangeArrowheads="1"/>
          </p:cNvSpPr>
          <p:nvPr/>
        </p:nvSpPr>
        <p:spPr bwMode="auto">
          <a:xfrm>
            <a:off x="2700338" y="45815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endParaRPr lang="zh-CN" altLang="en-US"/>
          </a:p>
        </p:txBody>
      </p:sp>
      <p:graphicFrame>
        <p:nvGraphicFramePr>
          <p:cNvPr id="4" name="表格 3">
            <a:extLst>
              <a:ext uri="{FF2B5EF4-FFF2-40B4-BE49-F238E27FC236}">
                <a16:creationId xmlns:a16="http://schemas.microsoft.com/office/drawing/2014/main" id="{C75B7C7C-009B-4594-8828-86AE363B1E98}"/>
              </a:ext>
            </a:extLst>
          </p:cNvPr>
          <p:cNvGraphicFramePr>
            <a:graphicFrameLocks noGrp="1"/>
          </p:cNvGraphicFramePr>
          <p:nvPr/>
        </p:nvGraphicFramePr>
        <p:xfrm>
          <a:off x="1071563" y="2428875"/>
          <a:ext cx="7677150" cy="3933825"/>
        </p:xfrm>
        <a:graphic>
          <a:graphicData uri="http://schemas.openxmlformats.org/drawingml/2006/table">
            <a:tbl>
              <a:tblPr/>
              <a:tblGrid>
                <a:gridCol w="1536075">
                  <a:extLst>
                    <a:ext uri="{9D8B030D-6E8A-4147-A177-3AD203B41FA5}">
                      <a16:colId xmlns:a16="http://schemas.microsoft.com/office/drawing/2014/main" val="20000"/>
                    </a:ext>
                  </a:extLst>
                </a:gridCol>
                <a:gridCol w="6141075">
                  <a:extLst>
                    <a:ext uri="{9D8B030D-6E8A-4147-A177-3AD203B41FA5}">
                      <a16:colId xmlns:a16="http://schemas.microsoft.com/office/drawing/2014/main" val="20001"/>
                    </a:ext>
                  </a:extLst>
                </a:gridCol>
              </a:tblGrid>
              <a:tr h="377003">
                <a:tc>
                  <a:txBody>
                    <a:bodyPr/>
                    <a:lstStyle/>
                    <a:p>
                      <a:pPr marL="0" marR="0" lvl="0" indent="228600" algn="l" defTabSz="914400" rtl="0" eaLnBrk="1" fontAlgn="base" latinLnBrk="0" hangingPunct="1">
                        <a:lnSpc>
                          <a:spcPct val="100000"/>
                        </a:lnSpc>
                        <a:spcBef>
                          <a:spcPts val="200"/>
                        </a:spcBef>
                        <a:spcAft>
                          <a:spcPts val="200"/>
                        </a:spcAft>
                        <a:buClrTx/>
                        <a:buSzTx/>
                        <a:buFontTx/>
                        <a:buNone/>
                        <a:tabLst/>
                      </a:pPr>
                      <a:r>
                        <a:rPr kumimoji="0" lang="zh-CN" sz="20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主题</a:t>
                      </a:r>
                      <a:endParaRPr kumimoji="0" lang="zh-CN" sz="2000" b="0" i="0" u="none" strike="noStrike" cap="none" normalizeH="0" baseline="0" dirty="0">
                        <a:ln>
                          <a:noFill/>
                        </a:ln>
                        <a:solidFill>
                          <a:schemeClr val="tx1"/>
                        </a:solidFill>
                        <a:effectLst/>
                        <a:latin typeface="宋体" pitchFamily="2" charset="-122"/>
                        <a:ea typeface="宋体" pitchFamily="2" charset="-122"/>
                        <a:cs typeface="Times New Roman"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28600" algn="l" defTabSz="914400" rtl="0" eaLnBrk="1" fontAlgn="base" latinLnBrk="0" hangingPunct="1">
                        <a:lnSpc>
                          <a:spcPct val="100000"/>
                        </a:lnSpc>
                        <a:spcBef>
                          <a:spcPts val="200"/>
                        </a:spcBef>
                        <a:spcAft>
                          <a:spcPts val="200"/>
                        </a:spcAft>
                        <a:buClrTx/>
                        <a:buSzTx/>
                        <a:buFontTx/>
                        <a:buNone/>
                        <a:tabLst/>
                      </a:pPr>
                      <a:r>
                        <a:rPr kumimoji="0" lang="zh-CN" sz="2000" b="1" i="0" u="none" strike="noStrike" cap="none" normalizeH="0" baseline="0">
                          <a:ln>
                            <a:noFill/>
                          </a:ln>
                          <a:solidFill>
                            <a:schemeClr val="tx1"/>
                          </a:solidFill>
                          <a:effectLst/>
                          <a:latin typeface="宋体" pitchFamily="2" charset="-122"/>
                          <a:ea typeface="宋体" pitchFamily="2" charset="-122"/>
                          <a:cs typeface="Times New Roman" pitchFamily="18" charset="0"/>
                        </a:rPr>
                        <a:t>描述</a:t>
                      </a:r>
                      <a:endParaRPr kumimoji="0" lang="zh-CN" sz="20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4650">
                <a:tc>
                  <a:txBody>
                    <a:bodyPr/>
                    <a:lstStyle/>
                    <a:p>
                      <a:pPr marL="0" marR="0" lvl="0" indent="228600" algn="l" defTabSz="914400" rtl="0" eaLnBrk="1" fontAlgn="base" latinLnBrk="0" hangingPunct="1">
                        <a:lnSpc>
                          <a:spcPct val="115000"/>
                        </a:lnSpc>
                        <a:spcBef>
                          <a:spcPct val="0"/>
                        </a:spcBef>
                        <a:spcAft>
                          <a:spcPct val="0"/>
                        </a:spcAft>
                        <a:buClrTx/>
                        <a:buSzTx/>
                        <a:buFontTx/>
                        <a:buNone/>
                        <a:tabLst/>
                      </a:pPr>
                      <a:r>
                        <a:rPr kumimoji="0" lang="en-US" sz="2000" b="0" i="0" u="none" strike="noStrike" cap="none" normalizeH="0" baseline="0">
                          <a:ln>
                            <a:noFill/>
                          </a:ln>
                          <a:solidFill>
                            <a:srgbClr val="000000"/>
                          </a:solidFill>
                          <a:effectLst/>
                          <a:latin typeface="宋体" pitchFamily="2" charset="-122"/>
                          <a:ea typeface="宋体" pitchFamily="2" charset="-122"/>
                          <a:cs typeface="Times New Roman" pitchFamily="18" charset="0"/>
                        </a:rPr>
                        <a:t>方法目标</a:t>
                      </a:r>
                      <a:endParaRPr kumimoji="0" lang="zh-CN" sz="2000" b="0" i="0" u="none" strike="noStrike" cap="none" normalizeH="0" baseline="0">
                        <a:ln>
                          <a:noFill/>
                        </a:ln>
                        <a:solidFill>
                          <a:srgbClr val="000000"/>
                        </a:solidFill>
                        <a:effectLst/>
                        <a:latin typeface="宋体" pitchFamily="2" charset="-122"/>
                        <a:ea typeface="宋体" pitchFamily="2" charset="-122"/>
                        <a:cs typeface="Times New Roman"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28600" algn="l" defTabSz="914400" rtl="0" eaLnBrk="1" fontAlgn="base" latinLnBrk="0" hangingPunct="1">
                        <a:lnSpc>
                          <a:spcPct val="115000"/>
                        </a:lnSpc>
                        <a:spcBef>
                          <a:spcPct val="0"/>
                        </a:spcBef>
                        <a:spcAft>
                          <a:spcPct val="0"/>
                        </a:spcAft>
                        <a:buClrTx/>
                        <a:buSzTx/>
                        <a:buFontTx/>
                        <a:buNone/>
                        <a:tabLst/>
                      </a:pPr>
                      <a:r>
                        <a:rPr kumimoji="0" lang="zh-CN" sz="2000" b="0" i="0" u="none" strike="noStrike" cap="none" normalizeH="0" baseline="0">
                          <a:ln>
                            <a:noFill/>
                          </a:ln>
                          <a:solidFill>
                            <a:srgbClr val="000000"/>
                          </a:solidFill>
                          <a:effectLst/>
                          <a:latin typeface="宋体" pitchFamily="2" charset="-122"/>
                          <a:ea typeface="宋体" pitchFamily="2" charset="-122"/>
                          <a:cs typeface="Times New Roman" pitchFamily="18" charset="0"/>
                        </a:rPr>
                        <a:t>该方法的特定目标是什么</a:t>
                      </a: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4650">
                <a:tc>
                  <a:txBody>
                    <a:bodyPr/>
                    <a:lstStyle/>
                    <a:p>
                      <a:pPr marL="0" marR="0" lvl="0" indent="228600" algn="l" defTabSz="914400" rtl="0" eaLnBrk="1" fontAlgn="base" latinLnBrk="0" hangingPunct="1">
                        <a:lnSpc>
                          <a:spcPct val="115000"/>
                        </a:lnSpc>
                        <a:spcBef>
                          <a:spcPct val="0"/>
                        </a:spcBef>
                        <a:spcAft>
                          <a:spcPct val="0"/>
                        </a:spcAft>
                        <a:buClrTx/>
                        <a:buSzTx/>
                        <a:buFontTx/>
                        <a:buNone/>
                        <a:tabLst/>
                      </a:pPr>
                      <a:r>
                        <a:rPr kumimoji="0" lang="en-US" sz="2000" b="0" i="0" u="none" strike="noStrike" cap="none" normalizeH="0" baseline="0" dirty="0" err="1">
                          <a:ln>
                            <a:noFill/>
                          </a:ln>
                          <a:solidFill>
                            <a:srgbClr val="000000"/>
                          </a:solidFill>
                          <a:effectLst/>
                          <a:latin typeface="宋体" pitchFamily="2" charset="-122"/>
                          <a:ea typeface="宋体" pitchFamily="2" charset="-122"/>
                          <a:cs typeface="Times New Roman" pitchFamily="18" charset="0"/>
                        </a:rPr>
                        <a:t>质量属性</a:t>
                      </a:r>
                      <a:endParaRPr kumimoji="0" lang="zh-CN" sz="2000" b="0" i="0" u="none" strike="noStrike" cap="none" normalizeH="0" baseline="0" dirty="0">
                        <a:ln>
                          <a:noFill/>
                        </a:ln>
                        <a:solidFill>
                          <a:srgbClr val="000000"/>
                        </a:solidFill>
                        <a:effectLst/>
                        <a:latin typeface="宋体" pitchFamily="2" charset="-122"/>
                        <a:ea typeface="宋体" pitchFamily="2" charset="-122"/>
                        <a:cs typeface="Times New Roman"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28600" algn="l" defTabSz="914400" rtl="0" eaLnBrk="1" fontAlgn="base" latinLnBrk="0" hangingPunct="1">
                        <a:lnSpc>
                          <a:spcPct val="115000"/>
                        </a:lnSpc>
                        <a:spcBef>
                          <a:spcPct val="0"/>
                        </a:spcBef>
                        <a:spcAft>
                          <a:spcPct val="0"/>
                        </a:spcAft>
                        <a:buClrTx/>
                        <a:buSzTx/>
                        <a:buFontTx/>
                        <a:buNone/>
                        <a:tabLst/>
                      </a:pPr>
                      <a:r>
                        <a:rPr kumimoji="0" lang="zh-CN" sz="2000" b="0" i="0" u="none" strike="noStrike" cap="none" normalizeH="0" baseline="0">
                          <a:ln>
                            <a:noFill/>
                          </a:ln>
                          <a:solidFill>
                            <a:srgbClr val="000000"/>
                          </a:solidFill>
                          <a:effectLst/>
                          <a:latin typeface="宋体" pitchFamily="2" charset="-122"/>
                          <a:ea typeface="宋体" pitchFamily="2" charset="-122"/>
                          <a:cs typeface="Times New Roman" pitchFamily="18" charset="0"/>
                        </a:rPr>
                        <a:t>对哪些质量属性进行评估</a:t>
                      </a: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01023">
                <a:tc>
                  <a:txBody>
                    <a:bodyPr/>
                    <a:lstStyle/>
                    <a:p>
                      <a:pPr marL="0" marR="0" lvl="0" indent="228600" algn="l" defTabSz="914400" rtl="0" eaLnBrk="1" fontAlgn="base" latinLnBrk="0" hangingPunct="1">
                        <a:lnSpc>
                          <a:spcPct val="115000"/>
                        </a:lnSpc>
                        <a:spcBef>
                          <a:spcPct val="0"/>
                        </a:spcBef>
                        <a:spcAft>
                          <a:spcPct val="0"/>
                        </a:spcAft>
                        <a:buClrTx/>
                        <a:buSzTx/>
                        <a:buFontTx/>
                        <a:buNone/>
                        <a:tabLst/>
                      </a:pPr>
                      <a:r>
                        <a:rPr kumimoji="0" lang="en-US" sz="2000" b="0" i="0" u="none" strike="noStrike" cap="none" normalizeH="0" baseline="0" dirty="0" err="1">
                          <a:ln>
                            <a:noFill/>
                          </a:ln>
                          <a:solidFill>
                            <a:srgbClr val="000000"/>
                          </a:solidFill>
                          <a:effectLst/>
                          <a:latin typeface="宋体" pitchFamily="2" charset="-122"/>
                          <a:ea typeface="宋体" pitchFamily="2" charset="-122"/>
                          <a:cs typeface="Times New Roman" pitchFamily="18" charset="0"/>
                        </a:rPr>
                        <a:t>软件</a:t>
                      </a:r>
                      <a:r>
                        <a:rPr kumimoji="0" lang="zh-CN" altLang="en-US" sz="2000" b="0" i="0" u="none" strike="noStrike" cap="none" normalizeH="0" baseline="0" dirty="0">
                          <a:ln>
                            <a:noFill/>
                          </a:ln>
                          <a:solidFill>
                            <a:srgbClr val="000000"/>
                          </a:solidFill>
                          <a:effectLst/>
                          <a:latin typeface="宋体" pitchFamily="2" charset="-122"/>
                          <a:ea typeface="宋体" pitchFamily="2" charset="-122"/>
                          <a:cs typeface="Times New Roman" pitchFamily="18" charset="0"/>
                        </a:rPr>
                        <a:t>体系结构</a:t>
                      </a:r>
                      <a:r>
                        <a:rPr kumimoji="0" lang="en-US" sz="2000" b="0" i="0" u="none" strike="noStrike" cap="none" normalizeH="0" baseline="0" dirty="0" err="1">
                          <a:ln>
                            <a:noFill/>
                          </a:ln>
                          <a:solidFill>
                            <a:srgbClr val="000000"/>
                          </a:solidFill>
                          <a:effectLst/>
                          <a:latin typeface="宋体" pitchFamily="2" charset="-122"/>
                          <a:ea typeface="宋体" pitchFamily="2" charset="-122"/>
                          <a:cs typeface="Times New Roman" pitchFamily="18" charset="0"/>
                        </a:rPr>
                        <a:t>描述</a:t>
                      </a:r>
                      <a:endParaRPr kumimoji="0" lang="zh-CN" sz="2000" b="0" i="0" u="none" strike="noStrike" cap="none" normalizeH="0" baseline="0" dirty="0">
                        <a:ln>
                          <a:noFill/>
                        </a:ln>
                        <a:solidFill>
                          <a:srgbClr val="000000"/>
                        </a:solidFill>
                        <a:effectLst/>
                        <a:latin typeface="宋体" pitchFamily="2" charset="-122"/>
                        <a:ea typeface="宋体" pitchFamily="2" charset="-122"/>
                        <a:cs typeface="Times New Roman"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28600" algn="l" defTabSz="914400" rtl="0" eaLnBrk="1" fontAlgn="base" latinLnBrk="0" hangingPunct="1">
                        <a:lnSpc>
                          <a:spcPct val="115000"/>
                        </a:lnSpc>
                        <a:spcBef>
                          <a:spcPct val="0"/>
                        </a:spcBef>
                        <a:spcAft>
                          <a:spcPct val="0"/>
                        </a:spcAft>
                        <a:buClrTx/>
                        <a:buSzTx/>
                        <a:buFontTx/>
                        <a:buNone/>
                        <a:tabLst/>
                      </a:pPr>
                      <a:r>
                        <a:rPr kumimoji="0" lang="zh-CN" sz="2000" b="0" i="0" u="none" strike="noStrike" cap="none" normalizeH="0" baseline="0" dirty="0">
                          <a:ln>
                            <a:noFill/>
                          </a:ln>
                          <a:solidFill>
                            <a:srgbClr val="000000"/>
                          </a:solidFill>
                          <a:effectLst/>
                          <a:latin typeface="宋体" pitchFamily="2" charset="-122"/>
                          <a:ea typeface="宋体" pitchFamily="2" charset="-122"/>
                          <a:cs typeface="Times New Roman" pitchFamily="18" charset="0"/>
                        </a:rPr>
                        <a:t>评估关系到哪些软件</a:t>
                      </a:r>
                      <a:r>
                        <a:rPr kumimoji="0" lang="zh-CN" altLang="en-US" sz="2000" b="0" i="0" u="none" strike="noStrike" cap="none" normalizeH="0" baseline="0" dirty="0">
                          <a:ln>
                            <a:noFill/>
                          </a:ln>
                          <a:solidFill>
                            <a:srgbClr val="000000"/>
                          </a:solidFill>
                          <a:effectLst/>
                          <a:latin typeface="宋体" pitchFamily="2" charset="-122"/>
                          <a:ea typeface="宋体" pitchFamily="2" charset="-122"/>
                          <a:cs typeface="Times New Roman" pitchFamily="18" charset="0"/>
                        </a:rPr>
                        <a:t>体系结构</a:t>
                      </a:r>
                      <a:r>
                        <a:rPr kumimoji="0" lang="zh-CN" sz="2000" b="0" i="0" u="none" strike="noStrike" cap="none" normalizeH="0" baseline="0" dirty="0">
                          <a:ln>
                            <a:noFill/>
                          </a:ln>
                          <a:solidFill>
                            <a:srgbClr val="000000"/>
                          </a:solidFill>
                          <a:effectLst/>
                          <a:latin typeface="宋体" pitchFamily="2" charset="-122"/>
                          <a:ea typeface="宋体" pitchFamily="2" charset="-122"/>
                          <a:cs typeface="Times New Roman" pitchFamily="18" charset="0"/>
                        </a:rPr>
                        <a:t>的视图</a:t>
                      </a: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4650">
                <a:tc>
                  <a:txBody>
                    <a:bodyPr/>
                    <a:lstStyle/>
                    <a:p>
                      <a:pPr marL="0" marR="0" lvl="0" indent="228600" algn="l" defTabSz="914400" rtl="0" eaLnBrk="1" fontAlgn="base" latinLnBrk="0" hangingPunct="1">
                        <a:lnSpc>
                          <a:spcPct val="115000"/>
                        </a:lnSpc>
                        <a:spcBef>
                          <a:spcPct val="0"/>
                        </a:spcBef>
                        <a:spcAft>
                          <a:spcPct val="0"/>
                        </a:spcAft>
                        <a:buClrTx/>
                        <a:buSzTx/>
                        <a:buFontTx/>
                        <a:buNone/>
                        <a:tabLst/>
                      </a:pPr>
                      <a:r>
                        <a:rPr kumimoji="0" lang="en-US" sz="2000" b="0" i="0" u="none" strike="noStrike" cap="none" normalizeH="0" baseline="0">
                          <a:ln>
                            <a:noFill/>
                          </a:ln>
                          <a:solidFill>
                            <a:srgbClr val="000000"/>
                          </a:solidFill>
                          <a:effectLst/>
                          <a:latin typeface="宋体" pitchFamily="2" charset="-122"/>
                          <a:ea typeface="宋体" pitchFamily="2" charset="-122"/>
                          <a:cs typeface="Times New Roman" pitchFamily="18" charset="0"/>
                        </a:rPr>
                        <a:t>评估技术</a:t>
                      </a:r>
                      <a:endParaRPr kumimoji="0" lang="zh-CN" sz="2000" b="0" i="0" u="none" strike="noStrike" cap="none" normalizeH="0" baseline="0">
                        <a:ln>
                          <a:noFill/>
                        </a:ln>
                        <a:solidFill>
                          <a:srgbClr val="000000"/>
                        </a:solidFill>
                        <a:effectLst/>
                        <a:latin typeface="宋体" pitchFamily="2" charset="-122"/>
                        <a:ea typeface="宋体" pitchFamily="2" charset="-122"/>
                        <a:cs typeface="Times New Roman"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28600" algn="l" defTabSz="914400" rtl="0" eaLnBrk="1" fontAlgn="base" latinLnBrk="0" hangingPunct="1">
                        <a:lnSpc>
                          <a:spcPct val="115000"/>
                        </a:lnSpc>
                        <a:spcBef>
                          <a:spcPct val="0"/>
                        </a:spcBef>
                        <a:spcAft>
                          <a:spcPct val="0"/>
                        </a:spcAft>
                        <a:buClrTx/>
                        <a:buSzTx/>
                        <a:buFontTx/>
                        <a:buNone/>
                        <a:tabLst/>
                      </a:pPr>
                      <a:r>
                        <a:rPr kumimoji="0" lang="zh-CN" sz="2000" b="0" i="0" u="none" strike="noStrike" cap="none" normalizeH="0" baseline="0">
                          <a:ln>
                            <a:noFill/>
                          </a:ln>
                          <a:solidFill>
                            <a:srgbClr val="000000"/>
                          </a:solidFill>
                          <a:effectLst/>
                          <a:latin typeface="宋体" pitchFamily="2" charset="-122"/>
                          <a:ea typeface="宋体" pitchFamily="2" charset="-122"/>
                          <a:cs typeface="Times New Roman" pitchFamily="18" charset="0"/>
                        </a:rPr>
                        <a:t>评估方法中包含哪些技术</a:t>
                      </a: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4650">
                <a:tc>
                  <a:txBody>
                    <a:bodyPr/>
                    <a:lstStyle/>
                    <a:p>
                      <a:pPr marL="0" marR="0" lvl="0" indent="228600" algn="l" defTabSz="914400" rtl="0" eaLnBrk="1" fontAlgn="base" latinLnBrk="0" hangingPunct="1">
                        <a:lnSpc>
                          <a:spcPct val="115000"/>
                        </a:lnSpc>
                        <a:spcBef>
                          <a:spcPct val="0"/>
                        </a:spcBef>
                        <a:spcAft>
                          <a:spcPct val="0"/>
                        </a:spcAft>
                        <a:buClrTx/>
                        <a:buSzTx/>
                        <a:buFontTx/>
                        <a:buNone/>
                        <a:tabLst/>
                      </a:pPr>
                      <a:r>
                        <a:rPr kumimoji="0" lang="en-US" sz="2000" b="0" i="0" u="none" strike="noStrike" cap="none" normalizeH="0" baseline="0">
                          <a:ln>
                            <a:noFill/>
                          </a:ln>
                          <a:solidFill>
                            <a:srgbClr val="000000"/>
                          </a:solidFill>
                          <a:effectLst/>
                          <a:latin typeface="宋体" pitchFamily="2" charset="-122"/>
                          <a:ea typeface="宋体" pitchFamily="2" charset="-122"/>
                          <a:cs typeface="Times New Roman" pitchFamily="18" charset="0"/>
                        </a:rPr>
                        <a:t>参与者</a:t>
                      </a:r>
                      <a:endParaRPr kumimoji="0" lang="zh-CN" sz="2000" b="0" i="0" u="none" strike="noStrike" cap="none" normalizeH="0" baseline="0">
                        <a:ln>
                          <a:noFill/>
                        </a:ln>
                        <a:solidFill>
                          <a:srgbClr val="000000"/>
                        </a:solidFill>
                        <a:effectLst/>
                        <a:latin typeface="宋体" pitchFamily="2" charset="-122"/>
                        <a:ea typeface="宋体" pitchFamily="2" charset="-122"/>
                        <a:cs typeface="Times New Roman"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28600" algn="l" defTabSz="914400" rtl="0" eaLnBrk="1" fontAlgn="base" latinLnBrk="0" hangingPunct="1">
                        <a:lnSpc>
                          <a:spcPct val="115000"/>
                        </a:lnSpc>
                        <a:spcBef>
                          <a:spcPct val="0"/>
                        </a:spcBef>
                        <a:spcAft>
                          <a:spcPct val="0"/>
                        </a:spcAft>
                        <a:buClrTx/>
                        <a:buSzTx/>
                        <a:buFontTx/>
                        <a:buNone/>
                        <a:tabLst/>
                      </a:pPr>
                      <a:r>
                        <a:rPr kumimoji="0" lang="zh-CN" sz="2000" b="0" i="0" u="none" strike="noStrike" cap="none" normalizeH="0" baseline="0">
                          <a:ln>
                            <a:noFill/>
                          </a:ln>
                          <a:solidFill>
                            <a:srgbClr val="000000"/>
                          </a:solidFill>
                          <a:effectLst/>
                          <a:latin typeface="宋体" pitchFamily="2" charset="-122"/>
                          <a:ea typeface="宋体" pitchFamily="2" charset="-122"/>
                          <a:cs typeface="Times New Roman" pitchFamily="18" charset="0"/>
                        </a:rPr>
                        <a:t>评估过程中涉及系统的哪些参与者</a:t>
                      </a: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832549">
                <a:tc>
                  <a:txBody>
                    <a:bodyPr/>
                    <a:lstStyle/>
                    <a:p>
                      <a:pPr marL="0" marR="0" lvl="0" indent="228600" algn="l" defTabSz="914400" rtl="0" eaLnBrk="1" fontAlgn="base" latinLnBrk="0" hangingPunct="1">
                        <a:lnSpc>
                          <a:spcPct val="115000"/>
                        </a:lnSpc>
                        <a:spcBef>
                          <a:spcPct val="0"/>
                        </a:spcBef>
                        <a:spcAft>
                          <a:spcPct val="0"/>
                        </a:spcAft>
                        <a:buClrTx/>
                        <a:buSzTx/>
                        <a:buFontTx/>
                        <a:buNone/>
                        <a:tabLst/>
                      </a:pPr>
                      <a:r>
                        <a:rPr kumimoji="0" lang="zh-CN" altLang="en-US" sz="2000" b="0" i="0" u="none" strike="noStrike" cap="none" normalizeH="0" baseline="0" dirty="0">
                          <a:ln>
                            <a:noFill/>
                          </a:ln>
                          <a:solidFill>
                            <a:srgbClr val="000000"/>
                          </a:solidFill>
                          <a:effectLst/>
                          <a:latin typeface="宋体" pitchFamily="2" charset="-122"/>
                          <a:ea typeface="宋体" pitchFamily="2" charset="-122"/>
                          <a:cs typeface="Times New Roman" pitchFamily="18" charset="0"/>
                        </a:rPr>
                        <a:t>评</a:t>
                      </a:r>
                      <a:r>
                        <a:rPr kumimoji="0" lang="en-US" sz="2000" b="0" i="0" u="none" strike="noStrike" cap="none" normalizeH="0" baseline="0" dirty="0" err="1">
                          <a:ln>
                            <a:noFill/>
                          </a:ln>
                          <a:solidFill>
                            <a:srgbClr val="000000"/>
                          </a:solidFill>
                          <a:effectLst/>
                          <a:latin typeface="宋体" pitchFamily="2" charset="-122"/>
                          <a:ea typeface="宋体" pitchFamily="2" charset="-122"/>
                          <a:cs typeface="Times New Roman" pitchFamily="18" charset="0"/>
                        </a:rPr>
                        <a:t>估中的活动</a:t>
                      </a:r>
                      <a:endParaRPr kumimoji="0" lang="zh-CN" sz="2000" b="0" i="0" u="none" strike="noStrike" cap="none" normalizeH="0" baseline="0" dirty="0">
                        <a:ln>
                          <a:noFill/>
                        </a:ln>
                        <a:solidFill>
                          <a:srgbClr val="000000"/>
                        </a:solidFill>
                        <a:effectLst/>
                        <a:latin typeface="宋体" pitchFamily="2" charset="-122"/>
                        <a:ea typeface="宋体" pitchFamily="2" charset="-122"/>
                        <a:cs typeface="Times New Roman"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28600" algn="l" defTabSz="914400" rtl="0" eaLnBrk="1" fontAlgn="base" latinLnBrk="0" hangingPunct="1">
                        <a:lnSpc>
                          <a:spcPct val="115000"/>
                        </a:lnSpc>
                        <a:spcBef>
                          <a:spcPct val="0"/>
                        </a:spcBef>
                        <a:spcAft>
                          <a:spcPct val="0"/>
                        </a:spcAft>
                        <a:buClrTx/>
                        <a:buSzTx/>
                        <a:buFontTx/>
                        <a:buNone/>
                        <a:tabLst/>
                      </a:pPr>
                      <a:r>
                        <a:rPr kumimoji="0" lang="zh-CN" sz="2000" b="0" i="0" u="none" strike="noStrike" cap="none" normalizeH="0" baseline="0">
                          <a:ln>
                            <a:noFill/>
                          </a:ln>
                          <a:solidFill>
                            <a:srgbClr val="000000"/>
                          </a:solidFill>
                          <a:effectLst/>
                          <a:latin typeface="宋体" pitchFamily="2" charset="-122"/>
                          <a:ea typeface="宋体" pitchFamily="2" charset="-122"/>
                          <a:cs typeface="Times New Roman" pitchFamily="18" charset="0"/>
                        </a:rPr>
                        <a:t>以何种顺序</a:t>
                      </a:r>
                      <a:r>
                        <a:rPr kumimoji="0" lang="en-US" altLang="zh-CN" sz="2000" b="0" i="0" u="none" strike="noStrike" cap="none" normalizeH="0" baseline="0">
                          <a:ln>
                            <a:noFill/>
                          </a:ln>
                          <a:solidFill>
                            <a:srgbClr val="000000"/>
                          </a:solidFill>
                          <a:effectLst/>
                          <a:latin typeface="宋体" pitchFamily="2" charset="-122"/>
                          <a:ea typeface="宋体" pitchFamily="2" charset="-122"/>
                          <a:cs typeface="Times New Roman" pitchFamily="18" charset="0"/>
                        </a:rPr>
                        <a:t>,</a:t>
                      </a:r>
                      <a:r>
                        <a:rPr kumimoji="0" lang="zh-CN" sz="2000" b="0" i="0" u="none" strike="noStrike" cap="none" normalizeH="0" baseline="0">
                          <a:ln>
                            <a:noFill/>
                          </a:ln>
                          <a:solidFill>
                            <a:srgbClr val="000000"/>
                          </a:solidFill>
                          <a:effectLst/>
                          <a:latin typeface="宋体" pitchFamily="2" charset="-122"/>
                          <a:ea typeface="宋体" pitchFamily="2" charset="-122"/>
                          <a:cs typeface="Times New Roman" pitchFamily="18" charset="0"/>
                        </a:rPr>
                        <a:t>何种方式</a:t>
                      </a:r>
                      <a:r>
                        <a:rPr kumimoji="0" lang="en-US" altLang="zh-CN" sz="2000" b="0" i="0" u="none" strike="noStrike" cap="none" normalizeH="0" baseline="0">
                          <a:ln>
                            <a:noFill/>
                          </a:ln>
                          <a:solidFill>
                            <a:srgbClr val="000000"/>
                          </a:solidFill>
                          <a:effectLst/>
                          <a:latin typeface="宋体" pitchFamily="2" charset="-122"/>
                          <a:ea typeface="宋体" pitchFamily="2" charset="-122"/>
                          <a:cs typeface="Arial" pitchFamily="34" charset="0"/>
                        </a:rPr>
                        <a:t>,</a:t>
                      </a:r>
                      <a:r>
                        <a:rPr kumimoji="0" lang="zh-CN" sz="2000" b="0" i="0" u="none" strike="noStrike" cap="none" normalizeH="0" baseline="0">
                          <a:ln>
                            <a:noFill/>
                          </a:ln>
                          <a:solidFill>
                            <a:srgbClr val="000000"/>
                          </a:solidFill>
                          <a:effectLst/>
                          <a:latin typeface="宋体" pitchFamily="2" charset="-122"/>
                          <a:ea typeface="宋体" pitchFamily="2" charset="-122"/>
                          <a:cs typeface="Times New Roman" pitchFamily="18" charset="0"/>
                        </a:rPr>
                        <a:t>何种评估技术完成了该方法的特定目标</a:t>
                      </a:r>
                      <a:r>
                        <a:rPr kumimoji="0" lang="en-US" altLang="zh-CN" sz="2000" b="0" i="0" u="none" strike="noStrike" cap="none" normalizeH="0" baseline="0">
                          <a:ln>
                            <a:noFill/>
                          </a:ln>
                          <a:solidFill>
                            <a:srgbClr val="000000"/>
                          </a:solidFill>
                          <a:effectLst/>
                          <a:latin typeface="宋体" pitchFamily="2" charset="-122"/>
                          <a:ea typeface="宋体" pitchFamily="2" charset="-122"/>
                          <a:cs typeface="Arial" pitchFamily="34" charset="0"/>
                        </a:rPr>
                        <a:t>,</a:t>
                      </a:r>
                      <a:r>
                        <a:rPr kumimoji="0" lang="zh-CN" sz="2000" b="0" i="0" u="none" strike="noStrike" cap="none" normalizeH="0" baseline="0">
                          <a:ln>
                            <a:noFill/>
                          </a:ln>
                          <a:solidFill>
                            <a:srgbClr val="000000"/>
                          </a:solidFill>
                          <a:effectLst/>
                          <a:latin typeface="宋体" pitchFamily="2" charset="-122"/>
                          <a:ea typeface="宋体" pitchFamily="2" charset="-122"/>
                          <a:cs typeface="Times New Roman" pitchFamily="18" charset="0"/>
                        </a:rPr>
                        <a:t>该方法描述</a:t>
                      </a:r>
                      <a:r>
                        <a:rPr kumimoji="0" lang="en-US" altLang="zh-CN" sz="2000" b="0" i="0" u="none" strike="noStrike" cap="none" normalizeH="0" baseline="0">
                          <a:ln>
                            <a:noFill/>
                          </a:ln>
                          <a:solidFill>
                            <a:srgbClr val="000000"/>
                          </a:solidFill>
                          <a:effectLst/>
                          <a:latin typeface="宋体" pitchFamily="2" charset="-122"/>
                          <a:ea typeface="宋体" pitchFamily="2" charset="-122"/>
                          <a:cs typeface="Times New Roman" pitchFamily="18" charset="0"/>
                        </a:rPr>
                        <a:t>  </a:t>
                      </a:r>
                      <a:r>
                        <a:rPr kumimoji="0" lang="zh-CN" sz="2000" b="0" i="0" u="none" strike="noStrike" cap="none" normalizeH="0" baseline="0">
                          <a:ln>
                            <a:noFill/>
                          </a:ln>
                          <a:solidFill>
                            <a:srgbClr val="000000"/>
                          </a:solidFill>
                          <a:effectLst/>
                          <a:latin typeface="宋体" pitchFamily="2" charset="-122"/>
                          <a:ea typeface="宋体" pitchFamily="2" charset="-122"/>
                          <a:cs typeface="Times New Roman" pitchFamily="18" charset="0"/>
                        </a:rPr>
                        <a:t>了什么结果</a:t>
                      </a:r>
                      <a:endParaRPr kumimoji="0" lang="zh-CN" sz="2000" b="0" i="0" u="none" strike="noStrike" cap="none" normalizeH="0" baseline="0">
                        <a:ln>
                          <a:noFill/>
                        </a:ln>
                        <a:solidFill>
                          <a:srgbClr val="000000"/>
                        </a:solidFill>
                        <a:effectLst/>
                        <a:latin typeface="宋体" pitchFamily="2" charset="-122"/>
                        <a:ea typeface="宋体" pitchFamily="2" charset="-122"/>
                        <a:cs typeface="Arial" pitchFamily="34"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4650">
                <a:tc>
                  <a:txBody>
                    <a:bodyPr/>
                    <a:lstStyle/>
                    <a:p>
                      <a:pPr marL="0" marR="0" lvl="0" indent="228600" algn="l" defTabSz="914400" rtl="0" eaLnBrk="1" fontAlgn="base" latinLnBrk="0" hangingPunct="1">
                        <a:lnSpc>
                          <a:spcPct val="115000"/>
                        </a:lnSpc>
                        <a:spcBef>
                          <a:spcPct val="0"/>
                        </a:spcBef>
                        <a:spcAft>
                          <a:spcPct val="0"/>
                        </a:spcAft>
                        <a:buClrTx/>
                        <a:buSzTx/>
                        <a:buFontTx/>
                        <a:buNone/>
                        <a:tabLst/>
                      </a:pPr>
                      <a:r>
                        <a:rPr kumimoji="0" lang="en-US" sz="2000" b="0" i="0" u="none" strike="noStrike" cap="none" normalizeH="0" baseline="0">
                          <a:ln>
                            <a:noFill/>
                          </a:ln>
                          <a:solidFill>
                            <a:srgbClr val="000000"/>
                          </a:solidFill>
                          <a:effectLst/>
                          <a:latin typeface="宋体" pitchFamily="2" charset="-122"/>
                          <a:ea typeface="宋体" pitchFamily="2" charset="-122"/>
                          <a:cs typeface="Times New Roman" pitchFamily="18" charset="0"/>
                        </a:rPr>
                        <a:t>方法验证</a:t>
                      </a:r>
                      <a:endParaRPr kumimoji="0" lang="zh-CN" sz="2000" b="0" i="0" u="none" strike="noStrike" cap="none" normalizeH="0" baseline="0">
                        <a:ln>
                          <a:noFill/>
                        </a:ln>
                        <a:solidFill>
                          <a:srgbClr val="000000"/>
                        </a:solidFill>
                        <a:effectLst/>
                        <a:latin typeface="宋体" pitchFamily="2" charset="-122"/>
                        <a:ea typeface="宋体" pitchFamily="2" charset="-122"/>
                        <a:cs typeface="Times New Roman" pitchFamily="18" charset="0"/>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28600" algn="l" defTabSz="914400" rtl="0" eaLnBrk="1" fontAlgn="base" latinLnBrk="0" hangingPunct="1">
                        <a:lnSpc>
                          <a:spcPct val="115000"/>
                        </a:lnSpc>
                        <a:spcBef>
                          <a:spcPct val="0"/>
                        </a:spcBef>
                        <a:spcAft>
                          <a:spcPct val="0"/>
                        </a:spcAft>
                        <a:buClrTx/>
                        <a:buSzTx/>
                        <a:buFontTx/>
                        <a:buNone/>
                        <a:tabLst/>
                      </a:pPr>
                      <a:r>
                        <a:rPr kumimoji="0" lang="zh-CN" sz="2000" b="0" i="0" u="none" strike="noStrike" cap="none" normalizeH="0" baseline="0" dirty="0">
                          <a:ln>
                            <a:noFill/>
                          </a:ln>
                          <a:solidFill>
                            <a:srgbClr val="000000"/>
                          </a:solidFill>
                          <a:effectLst/>
                          <a:latin typeface="宋体" pitchFamily="2" charset="-122"/>
                          <a:ea typeface="宋体" pitchFamily="2" charset="-122"/>
                          <a:cs typeface="Times New Roman" pitchFamily="18" charset="0"/>
                        </a:rPr>
                        <a:t>是否在实际中得到了验证</a:t>
                      </a: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8944" name="矩形 5">
            <a:extLst>
              <a:ext uri="{FF2B5EF4-FFF2-40B4-BE49-F238E27FC236}">
                <a16:creationId xmlns:a16="http://schemas.microsoft.com/office/drawing/2014/main" id="{2D090A47-8ABB-408D-96B0-60AD5B4DF626}"/>
              </a:ext>
            </a:extLst>
          </p:cNvPr>
          <p:cNvSpPr>
            <a:spLocks noChangeArrowheads="1"/>
          </p:cNvSpPr>
          <p:nvPr/>
        </p:nvSpPr>
        <p:spPr bwMode="auto">
          <a:xfrm>
            <a:off x="3214688" y="1785938"/>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r>
              <a:rPr lang="zh-CN" altLang="en-US" sz="2400" dirty="0"/>
              <a:t>评估文档的组成</a:t>
            </a:r>
          </a:p>
        </p:txBody>
      </p:sp>
    </p:spTree>
  </p:cSld>
  <p:clrMapOvr>
    <a:masterClrMapping/>
  </p:clrMapOvr>
  <p:transition>
    <p:wipe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8E8A51-6F77-41CF-886F-B4611F093609}"/>
              </a:ext>
            </a:extLst>
          </p:cNvPr>
          <p:cNvSpPr>
            <a:spLocks noGrp="1"/>
          </p:cNvSpPr>
          <p:nvPr>
            <p:ph type="title"/>
          </p:nvPr>
        </p:nvSpPr>
        <p:spPr/>
        <p:txBody>
          <a:bodyPr/>
          <a:lstStyle/>
          <a:p>
            <a:pPr>
              <a:defRPr/>
            </a:pPr>
            <a:r>
              <a:rPr kumimoji="1" lang="zh-CN" altLang="en-US" sz="4400" dirty="0">
                <a:latin typeface="+mj-ea"/>
              </a:rPr>
              <a:t>风险承担者</a:t>
            </a:r>
            <a:endParaRPr lang="zh-CN" altLang="en-US" dirty="0">
              <a:latin typeface="+mj-ea"/>
            </a:endParaRPr>
          </a:p>
        </p:txBody>
      </p:sp>
      <p:sp>
        <p:nvSpPr>
          <p:cNvPr id="39939" name="内容占位符 2">
            <a:extLst>
              <a:ext uri="{FF2B5EF4-FFF2-40B4-BE49-F238E27FC236}">
                <a16:creationId xmlns:a16="http://schemas.microsoft.com/office/drawing/2014/main" id="{992DAAA9-3591-43DB-AF86-BA142F0E888A}"/>
              </a:ext>
            </a:extLst>
          </p:cNvPr>
          <p:cNvSpPr>
            <a:spLocks noGrp="1"/>
          </p:cNvSpPr>
          <p:nvPr>
            <p:ph idx="1"/>
          </p:nvPr>
        </p:nvSpPr>
        <p:spPr/>
        <p:txBody>
          <a:bodyPr/>
          <a:lstStyle/>
          <a:p>
            <a:pPr algn="just" eaLnBrk="1" hangingPunct="1"/>
            <a:r>
              <a:rPr lang="zh-CN" altLang="en-US" sz="2800" dirty="0"/>
              <a:t>软件系统体系结构涉及到很多人的利益，这些人都对软件体系结构施加各种影响，以保证自己的目标能够实现。</a:t>
            </a:r>
          </a:p>
          <a:p>
            <a:pPr algn="just" eaLnBrk="1" hangingPunct="1"/>
            <a:r>
              <a:rPr lang="zh-CN" altLang="en-US" sz="2800" dirty="0"/>
              <a:t>风险承担者（</a:t>
            </a:r>
            <a:r>
              <a:rPr lang="en-US" altLang="zh-CN" sz="2800" dirty="0"/>
              <a:t>Stakeholder</a:t>
            </a:r>
            <a:r>
              <a:rPr lang="zh-CN" altLang="en-US" sz="2800" dirty="0"/>
              <a:t>）就是在该体系结构及根据该体系结构开发的系统中有既得利益的人</a:t>
            </a:r>
          </a:p>
          <a:p>
            <a:pPr algn="just" eaLnBrk="1" hangingPunct="1"/>
            <a:r>
              <a:rPr lang="zh-CN" altLang="en-US" sz="2800" dirty="0"/>
              <a:t>在任何一次的软件体系结构评估中，准确地获得风险承担者对软件体系结构的预期目标是至关重要的一步</a:t>
            </a:r>
          </a:p>
        </p:txBody>
      </p:sp>
      <p:sp>
        <p:nvSpPr>
          <p:cNvPr id="39940" name="灯片编号占位符 3">
            <a:extLst>
              <a:ext uri="{FF2B5EF4-FFF2-40B4-BE49-F238E27FC236}">
                <a16:creationId xmlns:a16="http://schemas.microsoft.com/office/drawing/2014/main" id="{86F9F7C5-5902-4A62-B641-48376C4885D5}"/>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8E96F0C1-F073-4491-AD62-D46B1E078241}" type="slidenum">
              <a:rPr lang="en-US" altLang="zh-CN">
                <a:solidFill>
                  <a:srgbClr val="B5A788"/>
                </a:solidFill>
              </a:rPr>
              <a:pPr/>
              <a:t>32</a:t>
            </a:fld>
            <a:endParaRPr lang="en-US" altLang="zh-CN">
              <a:solidFill>
                <a:srgbClr val="B5A788"/>
              </a:solidFill>
            </a:endParaRPr>
          </a:p>
        </p:txBody>
      </p:sp>
    </p:spTree>
  </p:cSld>
  <p:clrMapOvr>
    <a:masterClrMapping/>
  </p:clrMapOvr>
  <p:transition>
    <p:wipe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2E6367-85E4-454F-8A9C-79949AC06ACB}"/>
              </a:ext>
            </a:extLst>
          </p:cNvPr>
          <p:cNvSpPr>
            <a:spLocks noGrp="1"/>
          </p:cNvSpPr>
          <p:nvPr>
            <p:ph type="title"/>
          </p:nvPr>
        </p:nvSpPr>
        <p:spPr/>
        <p:txBody>
          <a:bodyPr/>
          <a:lstStyle/>
          <a:p>
            <a:pPr>
              <a:defRPr/>
            </a:pPr>
            <a:r>
              <a:rPr kumimoji="1" lang="zh-CN" altLang="en-US" sz="4400" dirty="0">
                <a:latin typeface="+mj-ea"/>
              </a:rPr>
              <a:t>风险承担者</a:t>
            </a:r>
            <a:endParaRPr lang="zh-CN" altLang="en-US" dirty="0">
              <a:latin typeface="+mj-ea"/>
            </a:endParaRPr>
          </a:p>
        </p:txBody>
      </p:sp>
      <p:sp>
        <p:nvSpPr>
          <p:cNvPr id="3" name="内容占位符 2">
            <a:extLst>
              <a:ext uri="{FF2B5EF4-FFF2-40B4-BE49-F238E27FC236}">
                <a16:creationId xmlns:a16="http://schemas.microsoft.com/office/drawing/2014/main" id="{C6A6549D-1E28-481E-922F-69BA902028F6}"/>
              </a:ext>
            </a:extLst>
          </p:cNvPr>
          <p:cNvSpPr>
            <a:spLocks noGrp="1"/>
          </p:cNvSpPr>
          <p:nvPr>
            <p:ph idx="1"/>
          </p:nvPr>
        </p:nvSpPr>
        <p:spPr>
          <a:xfrm>
            <a:off x="539552" y="1325563"/>
            <a:ext cx="7886700" cy="4351338"/>
          </a:xfrm>
        </p:spPr>
        <p:txBody>
          <a:bodyPr/>
          <a:lstStyle/>
          <a:p>
            <a:pPr algn="just" eaLnBrk="1" hangingPunct="1">
              <a:buFont typeface="Arial" pitchFamily="34" charset="0"/>
              <a:buChar char="•"/>
              <a:defRPr/>
            </a:pPr>
            <a:r>
              <a:rPr lang="zh-CN" altLang="en-US" sz="2800" dirty="0">
                <a:latin typeface="+mn-ea"/>
              </a:rPr>
              <a:t>系统生产者：体系结构师、开发人员、维护人员、测试人员、集成人员、标准专家等等；</a:t>
            </a:r>
            <a:endParaRPr lang="en-US" altLang="zh-CN" sz="2800" dirty="0">
              <a:latin typeface="+mn-ea"/>
            </a:endParaRPr>
          </a:p>
          <a:p>
            <a:pPr algn="just" eaLnBrk="1" hangingPunct="1">
              <a:buFont typeface="Arial" pitchFamily="34" charset="0"/>
              <a:buChar char="•"/>
              <a:defRPr/>
            </a:pPr>
            <a:endParaRPr kumimoji="1" lang="en-US" altLang="zh-CN" sz="2800" dirty="0">
              <a:latin typeface="+mn-ea"/>
            </a:endParaRPr>
          </a:p>
          <a:p>
            <a:pPr algn="just" eaLnBrk="1" hangingPunct="1">
              <a:buFont typeface="Arial" pitchFamily="34" charset="0"/>
              <a:buChar char="•"/>
              <a:defRPr/>
            </a:pPr>
            <a:r>
              <a:rPr kumimoji="1" lang="zh-CN" altLang="en-US" sz="2800" dirty="0">
                <a:latin typeface="+mn-ea"/>
              </a:rPr>
              <a:t>系统消费者：客户、最终用户、应用开发者、任务专家</a:t>
            </a:r>
            <a:endParaRPr kumimoji="1" lang="en-US" altLang="zh-CN" sz="2800" dirty="0">
              <a:latin typeface="+mn-ea"/>
            </a:endParaRPr>
          </a:p>
          <a:p>
            <a:pPr algn="just" eaLnBrk="1" hangingPunct="1">
              <a:buFont typeface="Arial" pitchFamily="34" charset="0"/>
              <a:buChar char="•"/>
              <a:defRPr/>
            </a:pPr>
            <a:endParaRPr kumimoji="1" lang="en-US" altLang="zh-CN" sz="2800" dirty="0">
              <a:latin typeface="+mn-ea"/>
            </a:endParaRPr>
          </a:p>
          <a:p>
            <a:pPr algn="just" eaLnBrk="1" hangingPunct="1">
              <a:buFont typeface="Arial" pitchFamily="34" charset="0"/>
              <a:buChar char="•"/>
              <a:defRPr/>
            </a:pPr>
            <a:r>
              <a:rPr kumimoji="1" lang="zh-CN" altLang="en-US" sz="2800" dirty="0">
                <a:latin typeface="+mn-ea"/>
              </a:rPr>
              <a:t>系统服务人员：系统管理员、网络管理员，服务代表</a:t>
            </a:r>
            <a:endParaRPr kumimoji="1" lang="en-US" altLang="zh-CN" sz="2800" dirty="0">
              <a:latin typeface="+mn-ea"/>
            </a:endParaRPr>
          </a:p>
          <a:p>
            <a:pPr algn="just" eaLnBrk="1" hangingPunct="1">
              <a:buFont typeface="Arial" pitchFamily="34" charset="0"/>
              <a:buChar char="•"/>
              <a:defRPr/>
            </a:pPr>
            <a:endParaRPr kumimoji="1" lang="en-US" altLang="zh-CN" sz="2800" dirty="0">
              <a:latin typeface="+mn-ea"/>
            </a:endParaRPr>
          </a:p>
          <a:p>
            <a:pPr algn="just" eaLnBrk="1" hangingPunct="1">
              <a:buFont typeface="Arial" pitchFamily="34" charset="0"/>
              <a:buChar char="•"/>
              <a:defRPr/>
            </a:pPr>
            <a:r>
              <a:rPr kumimoji="1" lang="zh-CN" altLang="en-US" sz="2800" dirty="0">
                <a:latin typeface="+mn-ea"/>
              </a:rPr>
              <a:t>接触系统与系统交互的人：团体代表、系统体系结构师、设备专家</a:t>
            </a:r>
            <a:endParaRPr lang="zh-CN" altLang="en-US" sz="2800" dirty="0">
              <a:latin typeface="+mn-ea"/>
            </a:endParaRPr>
          </a:p>
        </p:txBody>
      </p:sp>
      <p:sp>
        <p:nvSpPr>
          <p:cNvPr id="40964" name="灯片编号占位符 3">
            <a:extLst>
              <a:ext uri="{FF2B5EF4-FFF2-40B4-BE49-F238E27FC236}">
                <a16:creationId xmlns:a16="http://schemas.microsoft.com/office/drawing/2014/main" id="{2738AD91-004F-41A3-A0DF-C90C992E4B5A}"/>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FF1C0E8B-E060-4490-92E2-2950587D181B}" type="slidenum">
              <a:rPr lang="en-US" altLang="zh-CN">
                <a:solidFill>
                  <a:srgbClr val="B5A788"/>
                </a:solidFill>
              </a:rPr>
              <a:pPr/>
              <a:t>33</a:t>
            </a:fld>
            <a:endParaRPr lang="en-US" altLang="zh-CN">
              <a:solidFill>
                <a:srgbClr val="B5A788"/>
              </a:solidFill>
            </a:endParaRPr>
          </a:p>
        </p:txBody>
      </p:sp>
    </p:spTree>
  </p:cSld>
  <p:clrMapOvr>
    <a:masterClrMapping/>
  </p:clrMapOvr>
  <p:transition>
    <p:wipe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15169D-AA48-41D1-A6BF-D7C395645604}"/>
              </a:ext>
            </a:extLst>
          </p:cNvPr>
          <p:cNvSpPr>
            <a:spLocks noGrp="1"/>
          </p:cNvSpPr>
          <p:nvPr>
            <p:ph type="title"/>
          </p:nvPr>
        </p:nvSpPr>
        <p:spPr/>
        <p:txBody>
          <a:bodyPr/>
          <a:lstStyle/>
          <a:p>
            <a:pPr>
              <a:defRPr/>
            </a:pPr>
            <a:r>
              <a:rPr kumimoji="1" lang="zh-CN" altLang="en-US" sz="4400" dirty="0">
                <a:latin typeface="+mj-ea"/>
              </a:rPr>
              <a:t>参与者</a:t>
            </a:r>
            <a:endParaRPr lang="zh-CN" altLang="en-US" dirty="0">
              <a:latin typeface="+mj-ea"/>
            </a:endParaRPr>
          </a:p>
        </p:txBody>
      </p:sp>
      <p:sp>
        <p:nvSpPr>
          <p:cNvPr id="3" name="内容占位符 2">
            <a:extLst>
              <a:ext uri="{FF2B5EF4-FFF2-40B4-BE49-F238E27FC236}">
                <a16:creationId xmlns:a16="http://schemas.microsoft.com/office/drawing/2014/main" id="{0F06F28A-3976-4BFF-ABE6-98BA837ABB89}"/>
              </a:ext>
            </a:extLst>
          </p:cNvPr>
          <p:cNvSpPr>
            <a:spLocks noGrp="1"/>
          </p:cNvSpPr>
          <p:nvPr>
            <p:ph idx="1"/>
          </p:nvPr>
        </p:nvSpPr>
        <p:spPr/>
        <p:txBody>
          <a:bodyPr/>
          <a:lstStyle/>
          <a:p>
            <a:pPr algn="just" eaLnBrk="1" hangingPunct="1">
              <a:buFont typeface="Arial" pitchFamily="34" charset="0"/>
              <a:buChar char="•"/>
              <a:defRPr/>
            </a:pPr>
            <a:r>
              <a:rPr lang="zh-CN" altLang="en-US" sz="2800" dirty="0">
                <a:latin typeface="+mn-ea"/>
              </a:rPr>
              <a:t>评估参与者会构成一个评估团队（</a:t>
            </a:r>
            <a:r>
              <a:rPr lang="en-US" altLang="zh-CN" sz="2800" dirty="0">
                <a:latin typeface="+mn-ea"/>
              </a:rPr>
              <a:t>Evaluation Team</a:t>
            </a:r>
            <a:r>
              <a:rPr lang="zh-CN" altLang="en-US" sz="2800" dirty="0">
                <a:latin typeface="+mn-ea"/>
              </a:rPr>
              <a:t>），人员包括评估小组负责人、评估负责人、场景记录员、进展记录员、过程观察员、过程监督员和提问者等。</a:t>
            </a:r>
          </a:p>
        </p:txBody>
      </p:sp>
      <p:sp>
        <p:nvSpPr>
          <p:cNvPr id="41988" name="灯片编号占位符 3">
            <a:extLst>
              <a:ext uri="{FF2B5EF4-FFF2-40B4-BE49-F238E27FC236}">
                <a16:creationId xmlns:a16="http://schemas.microsoft.com/office/drawing/2014/main" id="{1BA6D072-F8F4-4AB6-B2CB-65BAEEFBC547}"/>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1CA883E0-7024-468E-80FD-3DE9B971B530}" type="slidenum">
              <a:rPr lang="en-US" altLang="zh-CN">
                <a:solidFill>
                  <a:srgbClr val="B5A788"/>
                </a:solidFill>
              </a:rPr>
              <a:pPr/>
              <a:t>34</a:t>
            </a:fld>
            <a:endParaRPr lang="en-US" altLang="zh-CN">
              <a:solidFill>
                <a:srgbClr val="B5A788"/>
              </a:solidFill>
            </a:endParaRPr>
          </a:p>
        </p:txBody>
      </p:sp>
    </p:spTree>
  </p:cSld>
  <p:clrMapOvr>
    <a:masterClrMapping/>
  </p:clrMapOvr>
  <p:transition>
    <p:wipe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3CEBA0-71AB-4D5C-BEBD-EF31AE9BC839}"/>
              </a:ext>
            </a:extLst>
          </p:cNvPr>
          <p:cNvSpPr>
            <a:spLocks noGrp="1"/>
          </p:cNvSpPr>
          <p:nvPr>
            <p:ph type="title"/>
          </p:nvPr>
        </p:nvSpPr>
        <p:spPr/>
        <p:txBody>
          <a:bodyPr/>
          <a:lstStyle/>
          <a:p>
            <a:pPr>
              <a:defRPr/>
            </a:pPr>
            <a:r>
              <a:rPr kumimoji="1" lang="zh-CN" altLang="en-US" sz="4400" dirty="0">
                <a:latin typeface="+mj-ea"/>
              </a:rPr>
              <a:t>评估时机</a:t>
            </a:r>
            <a:endParaRPr lang="zh-CN" altLang="en-US" dirty="0">
              <a:latin typeface="+mj-ea"/>
            </a:endParaRPr>
          </a:p>
        </p:txBody>
      </p:sp>
      <p:sp>
        <p:nvSpPr>
          <p:cNvPr id="3" name="内容占位符 2">
            <a:extLst>
              <a:ext uri="{FF2B5EF4-FFF2-40B4-BE49-F238E27FC236}">
                <a16:creationId xmlns:a16="http://schemas.microsoft.com/office/drawing/2014/main" id="{CDD9DA13-DC09-428E-8EFC-5B54B06A671E}"/>
              </a:ext>
            </a:extLst>
          </p:cNvPr>
          <p:cNvSpPr>
            <a:spLocks noGrp="1"/>
          </p:cNvSpPr>
          <p:nvPr>
            <p:ph idx="1"/>
          </p:nvPr>
        </p:nvSpPr>
        <p:spPr/>
        <p:txBody>
          <a:bodyPr/>
          <a:lstStyle/>
          <a:p>
            <a:pPr algn="just" eaLnBrk="1" hangingPunct="1">
              <a:buFont typeface="Arial" pitchFamily="34" charset="0"/>
              <a:buChar char="•"/>
              <a:defRPr/>
            </a:pPr>
            <a:r>
              <a:rPr lang="zh-CN" altLang="en-US" sz="2800" dirty="0">
                <a:latin typeface="+mn-ea"/>
              </a:rPr>
              <a:t>体系结构评估的时机一般在体系结构明确之后，具体实现开始之前。</a:t>
            </a:r>
          </a:p>
          <a:p>
            <a:pPr algn="just" eaLnBrk="1" hangingPunct="1">
              <a:buFont typeface="Arial" pitchFamily="34" charset="0"/>
              <a:buChar char="•"/>
              <a:defRPr/>
            </a:pPr>
            <a:r>
              <a:rPr lang="zh-CN" altLang="en-US" sz="2800" dirty="0">
                <a:latin typeface="+mn-ea"/>
              </a:rPr>
              <a:t>早期评估主要发生在初期阶段，即完成高层次的体系结构以及部分高优先级的体系结构决策。</a:t>
            </a:r>
          </a:p>
          <a:p>
            <a:pPr algn="just" eaLnBrk="1" hangingPunct="1">
              <a:buFont typeface="Arial" pitchFamily="34" charset="0"/>
              <a:buChar char="•"/>
              <a:defRPr/>
            </a:pPr>
            <a:r>
              <a:rPr lang="zh-CN" altLang="en-US" sz="2800" dirty="0">
                <a:latin typeface="+mn-ea"/>
              </a:rPr>
              <a:t>中期评估主要发生在体系结构设计实施部分精化之后。</a:t>
            </a:r>
          </a:p>
          <a:p>
            <a:pPr algn="just" eaLnBrk="1" hangingPunct="1">
              <a:buFont typeface="Arial" pitchFamily="34" charset="0"/>
              <a:buChar char="•"/>
              <a:defRPr/>
            </a:pPr>
            <a:r>
              <a:rPr lang="zh-CN" altLang="en-US" sz="2800" dirty="0">
                <a:latin typeface="+mn-ea"/>
              </a:rPr>
              <a:t>后期评估主要发生在系统已经被完整地设计、实现并部署之后。</a:t>
            </a:r>
          </a:p>
        </p:txBody>
      </p:sp>
      <p:sp>
        <p:nvSpPr>
          <p:cNvPr id="43012" name="灯片编号占位符 3">
            <a:extLst>
              <a:ext uri="{FF2B5EF4-FFF2-40B4-BE49-F238E27FC236}">
                <a16:creationId xmlns:a16="http://schemas.microsoft.com/office/drawing/2014/main" id="{4C320470-C232-4181-94A5-CE4477A2292C}"/>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5D750177-0599-420B-92C5-FA4550AE016E}" type="slidenum">
              <a:rPr lang="en-US" altLang="zh-CN">
                <a:solidFill>
                  <a:srgbClr val="B5A788"/>
                </a:solidFill>
              </a:rPr>
              <a:pPr/>
              <a:t>35</a:t>
            </a:fld>
            <a:endParaRPr lang="en-US" altLang="zh-CN">
              <a:solidFill>
                <a:srgbClr val="B5A788"/>
              </a:solidFill>
            </a:endParaRPr>
          </a:p>
        </p:txBody>
      </p:sp>
    </p:spTree>
  </p:cSld>
  <p:clrMapOvr>
    <a:masterClrMapping/>
  </p:clrMapOvr>
  <p:transition>
    <p:wipe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8D2933-FB0C-47DB-A548-3461D0B0BAFE}"/>
              </a:ext>
            </a:extLst>
          </p:cNvPr>
          <p:cNvSpPr>
            <a:spLocks noGrp="1"/>
          </p:cNvSpPr>
          <p:nvPr>
            <p:ph type="title"/>
          </p:nvPr>
        </p:nvSpPr>
        <p:spPr/>
        <p:txBody>
          <a:bodyPr/>
          <a:lstStyle/>
          <a:p>
            <a:pPr>
              <a:defRPr/>
            </a:pPr>
            <a:r>
              <a:rPr kumimoji="1" lang="zh-CN" altLang="en-US" sz="4400" dirty="0">
                <a:latin typeface="+mj-ea"/>
              </a:rPr>
              <a:t>评估技术（</a:t>
            </a:r>
            <a:r>
              <a:rPr kumimoji="1" lang="en-US" altLang="zh-CN" sz="4400" dirty="0">
                <a:latin typeface="+mj-ea"/>
              </a:rPr>
              <a:t>1</a:t>
            </a:r>
            <a:r>
              <a:rPr kumimoji="1" lang="zh-CN" altLang="en-US" sz="4400" dirty="0">
                <a:latin typeface="+mj-ea"/>
              </a:rPr>
              <a:t>）</a:t>
            </a:r>
            <a:endParaRPr lang="zh-CN" altLang="en-US" dirty="0">
              <a:latin typeface="+mj-ea"/>
            </a:endParaRPr>
          </a:p>
        </p:txBody>
      </p:sp>
      <p:sp>
        <p:nvSpPr>
          <p:cNvPr id="3" name="内容占位符 2">
            <a:extLst>
              <a:ext uri="{FF2B5EF4-FFF2-40B4-BE49-F238E27FC236}">
                <a16:creationId xmlns:a16="http://schemas.microsoft.com/office/drawing/2014/main" id="{E0C5BDA8-FD31-4175-BD84-09FE608AF3A6}"/>
              </a:ext>
            </a:extLst>
          </p:cNvPr>
          <p:cNvSpPr>
            <a:spLocks noGrp="1"/>
          </p:cNvSpPr>
          <p:nvPr>
            <p:ph idx="1"/>
          </p:nvPr>
        </p:nvSpPr>
        <p:spPr/>
        <p:txBody>
          <a:bodyPr/>
          <a:lstStyle/>
          <a:p>
            <a:pPr algn="just" eaLnBrk="1" hangingPunct="1">
              <a:buFont typeface="Arial" pitchFamily="34" charset="0"/>
              <a:buChar char="•"/>
              <a:defRPr/>
            </a:pPr>
            <a:r>
              <a:rPr lang="zh-CN" altLang="en-US" dirty="0">
                <a:latin typeface="+mn-ea"/>
              </a:rPr>
              <a:t>基于问卷调查或检查表的软件体系结构评估技术</a:t>
            </a:r>
            <a:r>
              <a:rPr lang="en-US" altLang="zh-CN" sz="2800" dirty="0">
                <a:latin typeface="+mn-ea"/>
              </a:rPr>
              <a:t>:</a:t>
            </a:r>
          </a:p>
          <a:p>
            <a:pPr lvl="1" algn="just" eaLnBrk="1" hangingPunct="1">
              <a:buFont typeface="Arial" pitchFamily="34" charset="0"/>
              <a:buChar char="•"/>
              <a:defRPr/>
            </a:pPr>
            <a:r>
              <a:rPr lang="zh-CN" altLang="en-US" dirty="0">
                <a:latin typeface="+mn-ea"/>
              </a:rPr>
              <a:t>问卷调查是一系列应用到各种软件体系结构评估的相关问题，其中有些问题可能涉及到软件体系结构的设计决策；有些问题涉及到软件体系结构的文档。</a:t>
            </a:r>
          </a:p>
          <a:p>
            <a:pPr algn="just" eaLnBrk="1" hangingPunct="1">
              <a:buFont typeface="Arial" pitchFamily="34" charset="0"/>
              <a:buChar char="•"/>
              <a:defRPr/>
            </a:pPr>
            <a:endParaRPr lang="en-US" altLang="zh-CN" dirty="0">
              <a:latin typeface="+mn-ea"/>
            </a:endParaRPr>
          </a:p>
          <a:p>
            <a:pPr algn="just" eaLnBrk="1" hangingPunct="1">
              <a:buFont typeface="Arial" pitchFamily="34" charset="0"/>
              <a:buChar char="•"/>
              <a:defRPr/>
            </a:pPr>
            <a:r>
              <a:rPr lang="zh-CN" altLang="en-US" dirty="0">
                <a:latin typeface="+mn-ea"/>
              </a:rPr>
              <a:t>基于场景的软件体系结构评估技术</a:t>
            </a:r>
            <a:r>
              <a:rPr lang="en-US" altLang="zh-CN" dirty="0">
                <a:latin typeface="+mn-ea"/>
              </a:rPr>
              <a:t>:</a:t>
            </a:r>
          </a:p>
          <a:p>
            <a:pPr lvl="1" algn="just" eaLnBrk="1" hangingPunct="1">
              <a:buFont typeface="Arial" pitchFamily="34" charset="0"/>
              <a:buChar char="•"/>
              <a:defRPr/>
            </a:pPr>
            <a:r>
              <a:rPr lang="zh-CN" altLang="en-US" dirty="0">
                <a:latin typeface="+mn-ea"/>
              </a:rPr>
              <a:t>在软件体系结构评估中一般采用激励（</a:t>
            </a:r>
            <a:r>
              <a:rPr lang="en-US" altLang="zh-CN" dirty="0">
                <a:latin typeface="+mn-ea"/>
              </a:rPr>
              <a:t>Stimulus</a:t>
            </a:r>
            <a:r>
              <a:rPr lang="zh-CN" altLang="en-US" dirty="0">
                <a:latin typeface="+mn-ea"/>
              </a:rPr>
              <a:t>）、环境（</a:t>
            </a:r>
            <a:r>
              <a:rPr lang="en-US" altLang="zh-CN" dirty="0">
                <a:latin typeface="+mn-ea"/>
              </a:rPr>
              <a:t>Environment</a:t>
            </a:r>
            <a:r>
              <a:rPr lang="zh-CN" altLang="en-US" dirty="0">
                <a:latin typeface="+mn-ea"/>
              </a:rPr>
              <a:t>）和响应（</a:t>
            </a:r>
            <a:r>
              <a:rPr lang="en-US" altLang="zh-CN" dirty="0">
                <a:latin typeface="+mn-ea"/>
              </a:rPr>
              <a:t>Response</a:t>
            </a:r>
            <a:r>
              <a:rPr lang="zh-CN" altLang="en-US" dirty="0">
                <a:latin typeface="+mn-ea"/>
              </a:rPr>
              <a:t>）三方面对场景进行描述。</a:t>
            </a:r>
          </a:p>
          <a:p>
            <a:pPr algn="just" eaLnBrk="1" hangingPunct="1">
              <a:buFont typeface="Arial" pitchFamily="34" charset="0"/>
              <a:buChar char="•"/>
              <a:defRPr/>
            </a:pPr>
            <a:endParaRPr lang="zh-CN" altLang="en-US" sz="2800" dirty="0">
              <a:latin typeface="+mn-ea"/>
            </a:endParaRPr>
          </a:p>
        </p:txBody>
      </p:sp>
      <p:sp>
        <p:nvSpPr>
          <p:cNvPr id="44036" name="灯片编号占位符 3">
            <a:extLst>
              <a:ext uri="{FF2B5EF4-FFF2-40B4-BE49-F238E27FC236}">
                <a16:creationId xmlns:a16="http://schemas.microsoft.com/office/drawing/2014/main" id="{9F2545ED-D303-4C97-A21D-8466C06204F3}"/>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8B1FA740-B660-4116-9D8F-204FF6A7AFFD}" type="slidenum">
              <a:rPr lang="en-US" altLang="zh-CN">
                <a:solidFill>
                  <a:srgbClr val="B5A788"/>
                </a:solidFill>
              </a:rPr>
              <a:pPr/>
              <a:t>36</a:t>
            </a:fld>
            <a:endParaRPr lang="en-US" altLang="zh-CN">
              <a:solidFill>
                <a:srgbClr val="B5A788"/>
              </a:solidFill>
            </a:endParaRPr>
          </a:p>
        </p:txBody>
      </p:sp>
    </p:spTree>
  </p:cSld>
  <p:clrMapOvr>
    <a:masterClrMapping/>
  </p:clrMapOvr>
  <p:transition>
    <p:wipe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E0CC0D-DA75-49DB-B5B2-CCCDBC75AEE7}"/>
              </a:ext>
            </a:extLst>
          </p:cNvPr>
          <p:cNvSpPr>
            <a:spLocks noGrp="1"/>
          </p:cNvSpPr>
          <p:nvPr>
            <p:ph type="title"/>
          </p:nvPr>
        </p:nvSpPr>
        <p:spPr/>
        <p:txBody>
          <a:bodyPr/>
          <a:lstStyle/>
          <a:p>
            <a:pPr>
              <a:defRPr/>
            </a:pPr>
            <a:r>
              <a:rPr kumimoji="1" lang="zh-CN" altLang="en-US" sz="4000" dirty="0">
                <a:latin typeface="+mj-ea"/>
              </a:rPr>
              <a:t>评估技术（</a:t>
            </a:r>
            <a:r>
              <a:rPr kumimoji="1" lang="en-US" altLang="zh-CN" sz="4000" dirty="0">
                <a:latin typeface="+mj-ea"/>
              </a:rPr>
              <a:t>2</a:t>
            </a:r>
            <a:r>
              <a:rPr kumimoji="1" lang="zh-CN" altLang="en-US" sz="4000" dirty="0">
                <a:latin typeface="+mj-ea"/>
              </a:rPr>
              <a:t>）</a:t>
            </a:r>
            <a:endParaRPr lang="zh-CN" altLang="en-US" dirty="0">
              <a:latin typeface="+mj-ea"/>
            </a:endParaRPr>
          </a:p>
        </p:txBody>
      </p:sp>
      <p:sp>
        <p:nvSpPr>
          <p:cNvPr id="45059" name="内容占位符 2">
            <a:extLst>
              <a:ext uri="{FF2B5EF4-FFF2-40B4-BE49-F238E27FC236}">
                <a16:creationId xmlns:a16="http://schemas.microsoft.com/office/drawing/2014/main" id="{591B90DF-CAA3-48AB-9349-397CAB626C5E}"/>
              </a:ext>
            </a:extLst>
          </p:cNvPr>
          <p:cNvSpPr>
            <a:spLocks noGrp="1"/>
          </p:cNvSpPr>
          <p:nvPr>
            <p:ph idx="1"/>
          </p:nvPr>
        </p:nvSpPr>
        <p:spPr/>
        <p:txBody>
          <a:bodyPr/>
          <a:lstStyle/>
          <a:p>
            <a:r>
              <a:rPr lang="zh-CN" altLang="en-US" dirty="0"/>
              <a:t>基于度量的软件体系结构评估技术：</a:t>
            </a:r>
          </a:p>
          <a:p>
            <a:pPr lvl="1"/>
            <a:r>
              <a:rPr lang="zh-CN" altLang="en-US" dirty="0"/>
              <a:t>（</a:t>
            </a:r>
            <a:r>
              <a:rPr lang="en-US" altLang="zh-CN" dirty="0"/>
              <a:t>1</a:t>
            </a:r>
            <a:r>
              <a:rPr lang="zh-CN" altLang="en-US" dirty="0"/>
              <a:t>）要建立质量属性和度量之间的映射原则，即确定如何从度量结果推出系统具有何种质量属性；</a:t>
            </a:r>
          </a:p>
          <a:p>
            <a:pPr lvl="1"/>
            <a:r>
              <a:rPr lang="zh-CN" altLang="en-US" dirty="0"/>
              <a:t>（</a:t>
            </a:r>
            <a:r>
              <a:rPr lang="en-US" altLang="zh-CN" dirty="0"/>
              <a:t>2</a:t>
            </a:r>
            <a:r>
              <a:rPr lang="zh-CN" altLang="en-US" dirty="0"/>
              <a:t>）从软件体系结构文档中获取度量信息；</a:t>
            </a:r>
          </a:p>
          <a:p>
            <a:pPr lvl="1"/>
            <a:r>
              <a:rPr lang="zh-CN" altLang="en-US" dirty="0"/>
              <a:t>（</a:t>
            </a:r>
            <a:r>
              <a:rPr lang="en-US" altLang="zh-CN" dirty="0"/>
              <a:t>3</a:t>
            </a:r>
            <a:r>
              <a:rPr lang="zh-CN" altLang="en-US" dirty="0"/>
              <a:t>）根据映射原则分析推导出系统的某些质量属性。</a:t>
            </a:r>
          </a:p>
        </p:txBody>
      </p:sp>
      <p:sp>
        <p:nvSpPr>
          <p:cNvPr id="45060" name="灯片编号占位符 3">
            <a:extLst>
              <a:ext uri="{FF2B5EF4-FFF2-40B4-BE49-F238E27FC236}">
                <a16:creationId xmlns:a16="http://schemas.microsoft.com/office/drawing/2014/main" id="{536D7880-70C1-4ECE-95BC-E7660EBD7A3D}"/>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D0BCEA90-4508-416C-B385-408EA766D23A}" type="slidenum">
              <a:rPr lang="en-US" altLang="zh-CN">
                <a:solidFill>
                  <a:srgbClr val="B5A788"/>
                </a:solidFill>
              </a:rPr>
              <a:pPr/>
              <a:t>37</a:t>
            </a:fld>
            <a:endParaRPr lang="en-US" altLang="zh-CN">
              <a:solidFill>
                <a:srgbClr val="B5A788"/>
              </a:solidFill>
            </a:endParaRPr>
          </a:p>
        </p:txBody>
      </p:sp>
    </p:spTree>
  </p:cSld>
  <p:clrMapOvr>
    <a:masterClrMapping/>
  </p:clrMapOvr>
  <p:transition>
    <p:wipe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4658E6-A281-4BF6-A0CB-001FD552B53A}"/>
              </a:ext>
            </a:extLst>
          </p:cNvPr>
          <p:cNvSpPr>
            <a:spLocks noGrp="1"/>
          </p:cNvSpPr>
          <p:nvPr>
            <p:ph type="title"/>
          </p:nvPr>
        </p:nvSpPr>
        <p:spPr/>
        <p:txBody>
          <a:bodyPr/>
          <a:lstStyle/>
          <a:p>
            <a:pPr>
              <a:defRPr/>
            </a:pPr>
            <a:r>
              <a:rPr kumimoji="1" lang="zh-CN" altLang="en-US" sz="4000" dirty="0">
                <a:latin typeface="+mj-ea"/>
              </a:rPr>
              <a:t>评估技术（</a:t>
            </a:r>
            <a:r>
              <a:rPr kumimoji="1" lang="en-US" altLang="zh-CN" sz="4000" dirty="0">
                <a:latin typeface="+mj-ea"/>
              </a:rPr>
              <a:t>3</a:t>
            </a:r>
            <a:r>
              <a:rPr kumimoji="1" lang="zh-CN" altLang="en-US" sz="4000" dirty="0">
                <a:latin typeface="+mj-ea"/>
              </a:rPr>
              <a:t>）</a:t>
            </a:r>
            <a:endParaRPr lang="zh-CN" altLang="en-US" dirty="0">
              <a:latin typeface="+mj-ea"/>
            </a:endParaRPr>
          </a:p>
        </p:txBody>
      </p:sp>
      <p:sp>
        <p:nvSpPr>
          <p:cNvPr id="46083" name="内容占位符 2">
            <a:extLst>
              <a:ext uri="{FF2B5EF4-FFF2-40B4-BE49-F238E27FC236}">
                <a16:creationId xmlns:a16="http://schemas.microsoft.com/office/drawing/2014/main" id="{F62302E9-2E38-4798-AD91-632815C3D3E2}"/>
              </a:ext>
            </a:extLst>
          </p:cNvPr>
          <p:cNvSpPr>
            <a:spLocks noGrp="1"/>
          </p:cNvSpPr>
          <p:nvPr>
            <p:ph idx="1"/>
          </p:nvPr>
        </p:nvSpPr>
        <p:spPr/>
        <p:txBody>
          <a:bodyPr/>
          <a:lstStyle/>
          <a:p>
            <a:r>
              <a:rPr lang="zh-CN" altLang="en-US" dirty="0"/>
              <a:t>基于度量的软件体系结构评估技术：</a:t>
            </a:r>
          </a:p>
          <a:p>
            <a:pPr lvl="1"/>
            <a:r>
              <a:rPr lang="zh-CN" altLang="en-US" dirty="0"/>
              <a:t>（</a:t>
            </a:r>
            <a:r>
              <a:rPr lang="en-US" altLang="zh-CN" dirty="0"/>
              <a:t>1</a:t>
            </a:r>
            <a:r>
              <a:rPr lang="zh-CN" altLang="en-US" dirty="0"/>
              <a:t>）要建立质量属性和度量之间的映射原则，即确定如何从度量结果推出系统具有何种质量属性；</a:t>
            </a:r>
          </a:p>
          <a:p>
            <a:pPr lvl="1"/>
            <a:r>
              <a:rPr lang="zh-CN" altLang="en-US" dirty="0"/>
              <a:t>（</a:t>
            </a:r>
            <a:r>
              <a:rPr lang="en-US" altLang="zh-CN" dirty="0"/>
              <a:t>2</a:t>
            </a:r>
            <a:r>
              <a:rPr lang="zh-CN" altLang="en-US" dirty="0"/>
              <a:t>）从软件体系结构文档中获取度量信息；</a:t>
            </a:r>
          </a:p>
          <a:p>
            <a:pPr lvl="1"/>
            <a:r>
              <a:rPr lang="zh-CN" altLang="en-US" dirty="0"/>
              <a:t>（</a:t>
            </a:r>
            <a:r>
              <a:rPr lang="en-US" altLang="zh-CN" dirty="0"/>
              <a:t>3</a:t>
            </a:r>
            <a:r>
              <a:rPr lang="zh-CN" altLang="en-US" dirty="0"/>
              <a:t>）根据映射原则分析推导出系统的某些质量属性。</a:t>
            </a:r>
          </a:p>
        </p:txBody>
      </p:sp>
      <p:sp>
        <p:nvSpPr>
          <p:cNvPr id="46084" name="灯片编号占位符 3">
            <a:extLst>
              <a:ext uri="{FF2B5EF4-FFF2-40B4-BE49-F238E27FC236}">
                <a16:creationId xmlns:a16="http://schemas.microsoft.com/office/drawing/2014/main" id="{735488E0-50DB-4244-A57E-AAD4311A298D}"/>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734AF4AD-DED9-4215-8920-FE33E6A7306C}" type="slidenum">
              <a:rPr lang="en-US" altLang="zh-CN">
                <a:solidFill>
                  <a:srgbClr val="B5A788"/>
                </a:solidFill>
              </a:rPr>
              <a:pPr/>
              <a:t>38</a:t>
            </a:fld>
            <a:endParaRPr lang="en-US" altLang="zh-CN">
              <a:solidFill>
                <a:srgbClr val="B5A788"/>
              </a:solidFill>
            </a:endParaRPr>
          </a:p>
        </p:txBody>
      </p:sp>
    </p:spTree>
  </p:cSld>
  <p:clrMapOvr>
    <a:masterClrMapping/>
  </p:clrMapOvr>
  <p:transition>
    <p:wipe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E52F35-2B35-49B6-AE61-E713938743D8}"/>
              </a:ext>
            </a:extLst>
          </p:cNvPr>
          <p:cNvSpPr>
            <a:spLocks noGrp="1"/>
          </p:cNvSpPr>
          <p:nvPr>
            <p:ph type="title"/>
          </p:nvPr>
        </p:nvSpPr>
        <p:spPr/>
        <p:txBody>
          <a:bodyPr/>
          <a:lstStyle/>
          <a:p>
            <a:r>
              <a:rPr kumimoji="1" lang="zh-CN" altLang="en-US" dirty="0">
                <a:effectLst>
                  <a:outerShdw blurRad="50000" dist="30000" dir="5400000" algn="tl" rotWithShape="0">
                    <a:srgbClr val="000000">
                      <a:alpha val="30000"/>
                    </a:srgbClr>
                  </a:outerShdw>
                </a:effectLst>
                <a:latin typeface="+mj-ea"/>
              </a:rPr>
              <a:t>评估技术（</a:t>
            </a:r>
            <a:r>
              <a:rPr kumimoji="1" lang="en-US" altLang="zh-CN" dirty="0">
                <a:effectLst>
                  <a:outerShdw blurRad="50000" dist="30000" dir="5400000" algn="tl" rotWithShape="0">
                    <a:srgbClr val="000000">
                      <a:alpha val="30000"/>
                    </a:srgbClr>
                  </a:outerShdw>
                </a:effectLst>
                <a:latin typeface="+mj-ea"/>
              </a:rPr>
              <a:t>4</a:t>
            </a:r>
            <a:r>
              <a:rPr kumimoji="1" lang="zh-CN" altLang="en-US" dirty="0">
                <a:effectLst>
                  <a:outerShdw blurRad="50000" dist="30000" dir="5400000" algn="tl" rotWithShape="0">
                    <a:srgbClr val="000000">
                      <a:alpha val="30000"/>
                    </a:srgbClr>
                  </a:outerShdw>
                </a:effectLst>
                <a:latin typeface="+mj-ea"/>
              </a:rPr>
              <a:t>）</a:t>
            </a:r>
            <a:endParaRPr lang="zh-CN" altLang="en-US" dirty="0"/>
          </a:p>
        </p:txBody>
      </p:sp>
      <p:sp>
        <p:nvSpPr>
          <p:cNvPr id="3" name="内容占位符 2">
            <a:extLst>
              <a:ext uri="{FF2B5EF4-FFF2-40B4-BE49-F238E27FC236}">
                <a16:creationId xmlns:a16="http://schemas.microsoft.com/office/drawing/2014/main" id="{33DFF1EC-5689-424F-BB8E-B922EE796466}"/>
              </a:ext>
            </a:extLst>
          </p:cNvPr>
          <p:cNvSpPr>
            <a:spLocks noGrp="1"/>
          </p:cNvSpPr>
          <p:nvPr>
            <p:ph idx="1"/>
          </p:nvPr>
        </p:nvSpPr>
        <p:spPr/>
        <p:txBody>
          <a:bodyPr/>
          <a:lstStyle/>
          <a:p>
            <a:endParaRPr lang="zh-CN" altLang="en-US"/>
          </a:p>
        </p:txBody>
      </p:sp>
      <p:sp>
        <p:nvSpPr>
          <p:cNvPr id="47106" name="灯片编号占位符 2">
            <a:extLst>
              <a:ext uri="{FF2B5EF4-FFF2-40B4-BE49-F238E27FC236}">
                <a16:creationId xmlns:a16="http://schemas.microsoft.com/office/drawing/2014/main" id="{98FD0091-A79B-4B1D-BB1F-84B1923B3B5E}"/>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2DD6755E-7753-42C0-B31B-4B567B9F4146}" type="slidenum">
              <a:rPr lang="en-US" altLang="zh-CN">
                <a:solidFill>
                  <a:srgbClr val="B5A788"/>
                </a:solidFill>
              </a:rPr>
              <a:pPr/>
              <a:t>39</a:t>
            </a:fld>
            <a:endParaRPr lang="en-US" altLang="zh-CN">
              <a:solidFill>
                <a:srgbClr val="B5A788"/>
              </a:solidFill>
            </a:endParaRPr>
          </a:p>
        </p:txBody>
      </p:sp>
      <p:sp>
        <p:nvSpPr>
          <p:cNvPr id="47107" name="Rectangle 2">
            <a:extLst>
              <a:ext uri="{FF2B5EF4-FFF2-40B4-BE49-F238E27FC236}">
                <a16:creationId xmlns:a16="http://schemas.microsoft.com/office/drawing/2014/main" id="{676F234A-EABE-4E07-B3E1-6B3FC4FF9F26}"/>
              </a:ext>
            </a:extLst>
          </p:cNvPr>
          <p:cNvSpPr>
            <a:spLocks noChangeArrowheads="1"/>
          </p:cNvSpPr>
          <p:nvPr/>
        </p:nvSpPr>
        <p:spPr bwMode="auto">
          <a:xfrm>
            <a:off x="2843213" y="4389438"/>
            <a:ext cx="12511087" cy="4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endParaRPr lang="zh-CN" altLang="en-US"/>
          </a:p>
        </p:txBody>
      </p:sp>
      <p:sp>
        <p:nvSpPr>
          <p:cNvPr id="47108" name="Rectangle 2">
            <a:extLst>
              <a:ext uri="{FF2B5EF4-FFF2-40B4-BE49-F238E27FC236}">
                <a16:creationId xmlns:a16="http://schemas.microsoft.com/office/drawing/2014/main" id="{2D66DD55-6B22-435C-9275-3853D42B2323}"/>
              </a:ext>
            </a:extLst>
          </p:cNvPr>
          <p:cNvSpPr>
            <a:spLocks noChangeArrowheads="1"/>
          </p:cNvSpPr>
          <p:nvPr/>
        </p:nvSpPr>
        <p:spPr bwMode="auto">
          <a:xfrm>
            <a:off x="2700338" y="45815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pPr eaLnBrk="1" hangingPunct="1"/>
            <a:endParaRPr lang="zh-CN" altLang="en-US"/>
          </a:p>
        </p:txBody>
      </p:sp>
      <p:graphicFrame>
        <p:nvGraphicFramePr>
          <p:cNvPr id="4" name="表格 3">
            <a:extLst>
              <a:ext uri="{FF2B5EF4-FFF2-40B4-BE49-F238E27FC236}">
                <a16:creationId xmlns:a16="http://schemas.microsoft.com/office/drawing/2014/main" id="{BB99838F-3F4A-463B-80F4-3FB9B3921CFF}"/>
              </a:ext>
            </a:extLst>
          </p:cNvPr>
          <p:cNvGraphicFramePr>
            <a:graphicFrameLocks noGrp="1"/>
          </p:cNvGraphicFramePr>
          <p:nvPr>
            <p:extLst>
              <p:ext uri="{D42A27DB-BD31-4B8C-83A1-F6EECF244321}">
                <p14:modId xmlns:p14="http://schemas.microsoft.com/office/powerpoint/2010/main" val="48184596"/>
              </p:ext>
            </p:extLst>
          </p:nvPr>
        </p:nvGraphicFramePr>
        <p:xfrm>
          <a:off x="1071563" y="1428750"/>
          <a:ext cx="7572374" cy="4729163"/>
        </p:xfrm>
        <a:graphic>
          <a:graphicData uri="http://schemas.openxmlformats.org/drawingml/2006/table">
            <a:tbl>
              <a:tblPr firstRow="1" firstCol="1" bandRow="1"/>
              <a:tblGrid>
                <a:gridCol w="1810786">
                  <a:extLst>
                    <a:ext uri="{9D8B030D-6E8A-4147-A177-3AD203B41FA5}">
                      <a16:colId xmlns:a16="http://schemas.microsoft.com/office/drawing/2014/main" val="20000"/>
                    </a:ext>
                  </a:extLst>
                </a:gridCol>
                <a:gridCol w="2252440">
                  <a:extLst>
                    <a:ext uri="{9D8B030D-6E8A-4147-A177-3AD203B41FA5}">
                      <a16:colId xmlns:a16="http://schemas.microsoft.com/office/drawing/2014/main" val="20001"/>
                    </a:ext>
                  </a:extLst>
                </a:gridCol>
                <a:gridCol w="1698365">
                  <a:extLst>
                    <a:ext uri="{9D8B030D-6E8A-4147-A177-3AD203B41FA5}">
                      <a16:colId xmlns:a16="http://schemas.microsoft.com/office/drawing/2014/main" val="20002"/>
                    </a:ext>
                  </a:extLst>
                </a:gridCol>
                <a:gridCol w="1810783">
                  <a:extLst>
                    <a:ext uri="{9D8B030D-6E8A-4147-A177-3AD203B41FA5}">
                      <a16:colId xmlns:a16="http://schemas.microsoft.com/office/drawing/2014/main" val="20003"/>
                    </a:ext>
                  </a:extLst>
                </a:gridCol>
              </a:tblGrid>
              <a:tr h="1298294">
                <a:tc>
                  <a:txBody>
                    <a:bodyPr/>
                    <a:lstStyle/>
                    <a:p>
                      <a:pPr marL="0" indent="229235" algn="l" rtl="0" eaLnBrk="1" latinLnBrk="0" hangingPunct="1">
                        <a:lnSpc>
                          <a:spcPct val="115000"/>
                        </a:lnSpc>
                        <a:spcAft>
                          <a:spcPts val="0"/>
                        </a:spcAft>
                      </a:pPr>
                      <a:r>
                        <a:rPr kumimoji="0" lang="en-US" sz="2400" b="1" kern="12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US" sz="2400" b="1" kern="12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rtl="0" eaLnBrk="1" latinLnBrk="0" hangingPunct="1">
                        <a:lnSpc>
                          <a:spcPct val="115000"/>
                        </a:lnSpc>
                        <a:spcAft>
                          <a:spcPts val="0"/>
                        </a:spcAft>
                      </a:pPr>
                      <a:r>
                        <a:rPr kumimoji="0" lang="zh-CN" altLang="en-US" sz="2400" b="1" kern="12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基于问卷调查或检查表的评估技术</a:t>
                      </a:r>
                      <a:endParaRPr kumimoji="0" lang="zh-CN" altLang="en-US" sz="2400" b="1" kern="1200" dirty="0">
                        <a:solidFill>
                          <a:srgbClr val="000000"/>
                        </a:solidFill>
                        <a:effectLst/>
                        <a:latin typeface="宋体" panose="02010600030101010101" pitchFamily="2" charset="-122"/>
                        <a:ea typeface="Arial" panose="020B06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kumimoji="0" lang="en-US" sz="2400" b="1" kern="120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基于场景的评估技术</a:t>
                      </a:r>
                      <a:endParaRPr kumimoji="0" lang="zh-CN" altLang="en-US" sz="2400" b="1" kern="12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kumimoji="0" lang="en-US" sz="2400" b="1" kern="120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基于度量的评估技术</a:t>
                      </a:r>
                      <a:endParaRPr kumimoji="0" lang="zh-CN" altLang="en-US" sz="2400" b="1" kern="12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92566">
                <a:tc>
                  <a:txBody>
                    <a:bodyPr/>
                    <a:lstStyle/>
                    <a:p>
                      <a:pPr marL="0" indent="229235" algn="l" defTabSz="914400" rtl="0" eaLnBrk="1" latinLnBrk="0" hangingPunct="1">
                        <a:lnSpc>
                          <a:spcPct val="115000"/>
                        </a:lnSpc>
                        <a:spcAft>
                          <a:spcPts val="0"/>
                        </a:spcAft>
                      </a:pPr>
                      <a:r>
                        <a:rPr kumimoji="0" lang="en-US" sz="2400" b="1" kern="120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通用性</a:t>
                      </a:r>
                      <a:endParaRPr kumimoji="0" lang="zh-CN" altLang="en-US" sz="2400" b="1" kern="12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229235" algn="l" defTabSz="914400" rtl="0" eaLnBrk="1" latinLnBrk="0" hangingPunct="1">
                        <a:lnSpc>
                          <a:spcPct val="115000"/>
                        </a:lnSpc>
                        <a:spcAft>
                          <a:spcPts val="0"/>
                        </a:spcAft>
                      </a:pPr>
                      <a:r>
                        <a:rPr kumimoji="0" lang="en-US" sz="2400" b="0" kern="120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通用或特定领域</a:t>
                      </a:r>
                      <a:endParaRPr kumimoji="0" lang="zh-CN" altLang="en-US" sz="2400" b="0" kern="12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229235" algn="l" defTabSz="914400" rtl="0" eaLnBrk="1" latinLnBrk="0" hangingPunct="1">
                        <a:lnSpc>
                          <a:spcPct val="115000"/>
                        </a:lnSpc>
                        <a:spcAft>
                          <a:spcPts val="0"/>
                        </a:spcAft>
                      </a:pPr>
                      <a:r>
                        <a:rPr kumimoji="0" lang="en-US" sz="2400" b="0" kern="120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特定领域</a:t>
                      </a:r>
                      <a:endParaRPr kumimoji="0" lang="zh-CN" altLang="en-US" sz="2400" b="0" kern="12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229235" algn="l" defTabSz="914400" rtl="0" eaLnBrk="1" latinLnBrk="0" hangingPunct="1">
                        <a:lnSpc>
                          <a:spcPct val="115000"/>
                        </a:lnSpc>
                        <a:spcAft>
                          <a:spcPts val="0"/>
                        </a:spcAft>
                      </a:pPr>
                      <a:r>
                        <a:rPr kumimoji="0" lang="en-US" sz="2400" b="0" kern="120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通用或特定领域</a:t>
                      </a:r>
                      <a:endParaRPr kumimoji="0" lang="zh-CN" altLang="en-US" sz="2400" b="0" kern="120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682471">
                <a:tc>
                  <a:txBody>
                    <a:bodyPr/>
                    <a:lstStyle/>
                    <a:p>
                      <a:pPr marL="0" indent="229235" algn="l" defTabSz="914400" rtl="0" eaLnBrk="1" latinLnBrk="0" hangingPunct="1">
                        <a:lnSpc>
                          <a:spcPct val="115000"/>
                        </a:lnSpc>
                        <a:spcAft>
                          <a:spcPts val="0"/>
                        </a:spcAft>
                      </a:pPr>
                      <a:r>
                        <a:rPr kumimoji="0" lang="zh-CN" altLang="en-US" sz="2400" b="1" kern="12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评估者对待评估体系结构的掌握程度要求</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229235" algn="l" defTabSz="914400" rtl="0" eaLnBrk="1" latinLnBrk="0" hangingPunct="1">
                        <a:lnSpc>
                          <a:spcPct val="115000"/>
                        </a:lnSpc>
                        <a:spcAft>
                          <a:spcPts val="0"/>
                        </a:spcAft>
                      </a:pPr>
                      <a:r>
                        <a:rPr kumimoji="0" lang="en-US" sz="2400" b="0" kern="120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简单了解</a:t>
                      </a:r>
                      <a:endParaRPr kumimoji="0" lang="zh-CN" altLang="en-US" sz="2400" b="0" kern="12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229235" algn="l" defTabSz="914400" rtl="0" eaLnBrk="1" latinLnBrk="0" hangingPunct="1">
                        <a:lnSpc>
                          <a:spcPct val="115000"/>
                        </a:lnSpc>
                        <a:spcAft>
                          <a:spcPts val="0"/>
                        </a:spcAft>
                      </a:pPr>
                      <a:r>
                        <a:rPr kumimoji="0" lang="en-US" sz="2400" b="0" kern="120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比较熟悉</a:t>
                      </a:r>
                      <a:endParaRPr kumimoji="0" lang="zh-CN" altLang="en-US" sz="2400" b="0" kern="12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229235" algn="l" defTabSz="914400" rtl="0" eaLnBrk="1" latinLnBrk="0" hangingPunct="1">
                        <a:lnSpc>
                          <a:spcPct val="115000"/>
                        </a:lnSpc>
                        <a:spcAft>
                          <a:spcPts val="0"/>
                        </a:spcAft>
                      </a:pPr>
                      <a:r>
                        <a:rPr kumimoji="0" lang="en-US" sz="2400" b="0" kern="120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精确掌握</a:t>
                      </a:r>
                      <a:endParaRPr kumimoji="0" lang="zh-CN" altLang="en-US" sz="2400" b="0" kern="12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7916">
                <a:tc>
                  <a:txBody>
                    <a:bodyPr/>
                    <a:lstStyle/>
                    <a:p>
                      <a:pPr marL="0" indent="229235" algn="l" defTabSz="914400" rtl="0" eaLnBrk="1" latinLnBrk="0" hangingPunct="1">
                        <a:lnSpc>
                          <a:spcPct val="115000"/>
                        </a:lnSpc>
                        <a:spcAft>
                          <a:spcPts val="0"/>
                        </a:spcAft>
                      </a:pPr>
                      <a:r>
                        <a:rPr kumimoji="0" lang="en-US" sz="2400" b="1" kern="120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客观性</a:t>
                      </a:r>
                      <a:endParaRPr kumimoji="0" lang="zh-CN" altLang="en-US" sz="2400" b="1" kern="120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229235" algn="l" defTabSz="914400" rtl="0" eaLnBrk="1" latinLnBrk="0" hangingPunct="1">
                        <a:lnSpc>
                          <a:spcPct val="115000"/>
                        </a:lnSpc>
                        <a:spcAft>
                          <a:spcPts val="0"/>
                        </a:spcAft>
                      </a:pPr>
                      <a:r>
                        <a:rPr kumimoji="0" lang="en-US" sz="2400" b="0" kern="120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主观</a:t>
                      </a:r>
                      <a:endParaRPr kumimoji="0" lang="zh-CN" altLang="en-US" sz="2400" b="0" kern="120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229235" algn="l" defTabSz="914400" rtl="0" eaLnBrk="1" latinLnBrk="0" hangingPunct="1">
                        <a:lnSpc>
                          <a:spcPct val="115000"/>
                        </a:lnSpc>
                        <a:spcAft>
                          <a:spcPts val="0"/>
                        </a:spcAft>
                      </a:pPr>
                      <a:r>
                        <a:rPr kumimoji="0" lang="en-US" sz="2400" b="0" kern="120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比较主观</a:t>
                      </a:r>
                      <a:endParaRPr kumimoji="0" lang="zh-CN" altLang="en-US" sz="2400" b="0" kern="120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229235" algn="l" defTabSz="914400" rtl="0" eaLnBrk="1" latinLnBrk="0" hangingPunct="1">
                        <a:lnSpc>
                          <a:spcPct val="115000"/>
                        </a:lnSpc>
                        <a:spcAft>
                          <a:spcPts val="0"/>
                        </a:spcAft>
                      </a:pPr>
                      <a:r>
                        <a:rPr kumimoji="0" lang="en-US" sz="2400" b="0" kern="120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比较客观</a:t>
                      </a:r>
                      <a:endParaRPr kumimoji="0" lang="zh-CN" altLang="en-US" sz="2400" b="0" kern="12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27916">
                <a:tc>
                  <a:txBody>
                    <a:bodyPr/>
                    <a:lstStyle/>
                    <a:p>
                      <a:pPr marL="0" indent="229235" algn="l" defTabSz="914400" rtl="0" eaLnBrk="1" latinLnBrk="0" hangingPunct="1">
                        <a:lnSpc>
                          <a:spcPct val="115000"/>
                        </a:lnSpc>
                        <a:spcAft>
                          <a:spcPts val="0"/>
                        </a:spcAft>
                      </a:pPr>
                      <a:r>
                        <a:rPr kumimoji="0" lang="en-US" sz="2400" b="1" kern="120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评估时间</a:t>
                      </a:r>
                      <a:endParaRPr kumimoji="0" lang="zh-CN" altLang="en-US" sz="2400" b="1" kern="120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indent="229235" algn="l" defTabSz="914400" rtl="0" eaLnBrk="1" latinLnBrk="0" hangingPunct="1">
                        <a:lnSpc>
                          <a:spcPct val="115000"/>
                        </a:lnSpc>
                        <a:spcAft>
                          <a:spcPts val="0"/>
                        </a:spcAft>
                      </a:pPr>
                      <a:r>
                        <a:rPr kumimoji="0" lang="en-US" sz="2400" b="0" kern="120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早期,中期</a:t>
                      </a:r>
                      <a:endParaRPr kumimoji="0" lang="zh-CN" altLang="en-US" sz="2400" b="0" kern="120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indent="229235" algn="l" defTabSz="914400" rtl="0" eaLnBrk="1" latinLnBrk="0" hangingPunct="1">
                        <a:lnSpc>
                          <a:spcPct val="115000"/>
                        </a:lnSpc>
                        <a:spcAft>
                          <a:spcPts val="0"/>
                        </a:spcAft>
                      </a:pPr>
                      <a:r>
                        <a:rPr kumimoji="0" lang="en-US" sz="2400" b="0" kern="120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中期</a:t>
                      </a:r>
                      <a:endParaRPr kumimoji="0" lang="zh-CN" altLang="en-US" sz="2400" b="0" kern="120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indent="229235" algn="l" defTabSz="914400" rtl="0" eaLnBrk="1" latinLnBrk="0" hangingPunct="1">
                        <a:lnSpc>
                          <a:spcPct val="115000"/>
                        </a:lnSpc>
                        <a:spcAft>
                          <a:spcPts val="0"/>
                        </a:spcAft>
                      </a:pPr>
                      <a:r>
                        <a:rPr kumimoji="0" lang="en-US" sz="2400" b="0" kern="120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后期</a:t>
                      </a:r>
                      <a:endParaRPr kumimoji="0" lang="zh-CN" altLang="en-US" sz="2400" b="0" kern="12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标题 1">
            <a:extLst>
              <a:ext uri="{FF2B5EF4-FFF2-40B4-BE49-F238E27FC236}">
                <a16:creationId xmlns:a16="http://schemas.microsoft.com/office/drawing/2014/main" id="{11C3FB47-F619-4E2D-A374-9FE1ABCFD317}"/>
              </a:ext>
            </a:extLst>
          </p:cNvPr>
          <p:cNvSpPr txBox="1">
            <a:spLocks/>
          </p:cNvSpPr>
          <p:nvPr/>
        </p:nvSpPr>
        <p:spPr>
          <a:xfrm>
            <a:off x="1435100" y="274638"/>
            <a:ext cx="7499350" cy="1143000"/>
          </a:xfrm>
          <a:prstGeom prst="rect">
            <a:avLst/>
          </a:prstGeom>
        </p:spPr>
        <p:txBody>
          <a:bodyPr/>
          <a:lstStyle/>
          <a:p>
            <a:pPr>
              <a:defRPr/>
            </a:pPr>
            <a:endParaRPr lang="zh-CN" altLang="en-US" sz="4300" dirty="0">
              <a:solidFill>
                <a:srgbClr val="572314"/>
              </a:solidFill>
              <a:effectLst>
                <a:outerShdw blurRad="50000" dist="30000" dir="5400000" algn="tl" rotWithShape="0">
                  <a:srgbClr val="000000">
                    <a:alpha val="30000"/>
                  </a:srgbClr>
                </a:outerShdw>
              </a:effectLst>
              <a:latin typeface="+mj-ea"/>
              <a:ea typeface="+mj-ea"/>
              <a:cs typeface="+mj-cs"/>
            </a:endParaRPr>
          </a:p>
        </p:txBody>
      </p:sp>
    </p:spTree>
  </p:cSld>
  <p:clrMapOvr>
    <a:masterClrMapping/>
  </p:clrMapOvr>
  <p:transition>
    <p:wipe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6F9757-DF7A-4FD9-B8EE-B3FA5751C6E6}"/>
              </a:ext>
            </a:extLst>
          </p:cNvPr>
          <p:cNvSpPr>
            <a:spLocks noGrp="1"/>
          </p:cNvSpPr>
          <p:nvPr>
            <p:ph type="title"/>
          </p:nvPr>
        </p:nvSpPr>
        <p:spPr/>
        <p:txBody>
          <a:bodyPr>
            <a:normAutofit/>
          </a:bodyPr>
          <a:lstStyle/>
          <a:p>
            <a:pPr>
              <a:defRPr/>
            </a:pPr>
            <a:r>
              <a:rPr lang="zh-CN" altLang="en-US" sz="4000" dirty="0"/>
              <a:t>软件体系结构评估的收益与成本</a:t>
            </a:r>
            <a:endParaRPr lang="zh-CN" altLang="en-US" dirty="0"/>
          </a:p>
        </p:txBody>
      </p:sp>
      <p:sp>
        <p:nvSpPr>
          <p:cNvPr id="3" name="内容占位符 2">
            <a:extLst>
              <a:ext uri="{FF2B5EF4-FFF2-40B4-BE49-F238E27FC236}">
                <a16:creationId xmlns:a16="http://schemas.microsoft.com/office/drawing/2014/main" id="{5CD5DF11-5706-46A1-AD85-C0AF3935EB04}"/>
              </a:ext>
            </a:extLst>
          </p:cNvPr>
          <p:cNvSpPr>
            <a:spLocks noGrp="1"/>
          </p:cNvSpPr>
          <p:nvPr>
            <p:ph idx="1"/>
          </p:nvPr>
        </p:nvSpPr>
        <p:spPr/>
        <p:txBody>
          <a:bodyPr/>
          <a:lstStyle/>
          <a:p>
            <a:pPr algn="just" eaLnBrk="1" hangingPunct="1">
              <a:defRPr/>
            </a:pPr>
            <a:r>
              <a:rPr kumimoji="1" lang="zh-CN" altLang="en-US" sz="2800" dirty="0">
                <a:latin typeface="+mn-ea"/>
              </a:rPr>
              <a:t>软件体系结构评估常见的一些收益</a:t>
            </a:r>
            <a:r>
              <a:rPr kumimoji="1" lang="en-US" altLang="zh-CN" sz="2800" dirty="0">
                <a:latin typeface="+mn-ea"/>
              </a:rPr>
              <a:t>:</a:t>
            </a:r>
          </a:p>
          <a:p>
            <a:pPr lvl="1" algn="just" eaLnBrk="1" hangingPunct="1">
              <a:defRPr/>
            </a:pPr>
            <a:r>
              <a:rPr kumimoji="1" lang="zh-CN" altLang="en-US" sz="2400" dirty="0">
                <a:latin typeface="+mn-ea"/>
              </a:rPr>
              <a:t>（</a:t>
            </a:r>
            <a:r>
              <a:rPr kumimoji="1" lang="en-US" altLang="zh-CN" sz="2400" dirty="0">
                <a:latin typeface="+mn-ea"/>
              </a:rPr>
              <a:t>1</a:t>
            </a:r>
            <a:r>
              <a:rPr kumimoji="1" lang="zh-CN" altLang="en-US" sz="2400" dirty="0">
                <a:latin typeface="+mn-ea"/>
              </a:rPr>
              <a:t>）把各个风险承担者召集到一起。</a:t>
            </a:r>
            <a:endParaRPr kumimoji="1" lang="en-US" altLang="zh-CN" sz="2400" dirty="0">
              <a:latin typeface="+mn-ea"/>
            </a:endParaRPr>
          </a:p>
          <a:p>
            <a:pPr lvl="1" algn="just" eaLnBrk="1" hangingPunct="1">
              <a:defRPr/>
            </a:pPr>
            <a:r>
              <a:rPr kumimoji="1" lang="zh-CN" altLang="en-US" sz="2400" dirty="0">
                <a:latin typeface="+mn-ea"/>
              </a:rPr>
              <a:t>（</a:t>
            </a:r>
            <a:r>
              <a:rPr kumimoji="1" lang="en-US" altLang="zh-CN" sz="2400" dirty="0">
                <a:latin typeface="+mn-ea"/>
              </a:rPr>
              <a:t>2</a:t>
            </a:r>
            <a:r>
              <a:rPr kumimoji="1" lang="zh-CN" altLang="en-US" sz="2400" dirty="0">
                <a:latin typeface="+mn-ea"/>
              </a:rPr>
              <a:t>）迫使对具体的质量目标做出清楚的表述。</a:t>
            </a:r>
            <a:endParaRPr kumimoji="1" lang="en-US" altLang="zh-CN" sz="2400" dirty="0">
              <a:latin typeface="+mn-ea"/>
            </a:endParaRPr>
          </a:p>
          <a:p>
            <a:pPr lvl="1" algn="just" eaLnBrk="1" hangingPunct="1">
              <a:defRPr/>
            </a:pPr>
            <a:r>
              <a:rPr kumimoji="1" lang="zh-CN" altLang="en-US" sz="2400" dirty="0">
                <a:latin typeface="+mn-ea"/>
              </a:rPr>
              <a:t>（</a:t>
            </a:r>
            <a:r>
              <a:rPr kumimoji="1" lang="en-US" altLang="zh-CN" sz="2400" dirty="0">
                <a:latin typeface="+mn-ea"/>
              </a:rPr>
              <a:t>3</a:t>
            </a:r>
            <a:r>
              <a:rPr kumimoji="1" lang="zh-CN" altLang="en-US" sz="2400" dirty="0">
                <a:latin typeface="+mn-ea"/>
              </a:rPr>
              <a:t>）为相互冲突的目标划分优先级。</a:t>
            </a:r>
            <a:endParaRPr kumimoji="1" lang="en-US" altLang="zh-CN" sz="2400" dirty="0">
              <a:latin typeface="+mn-ea"/>
            </a:endParaRPr>
          </a:p>
          <a:p>
            <a:pPr lvl="1" algn="just" eaLnBrk="1" hangingPunct="1">
              <a:defRPr/>
            </a:pPr>
            <a:r>
              <a:rPr kumimoji="1" lang="zh-CN" altLang="en-US" sz="2400" dirty="0">
                <a:latin typeface="+mn-ea"/>
              </a:rPr>
              <a:t>（</a:t>
            </a:r>
            <a:r>
              <a:rPr kumimoji="1" lang="en-US" altLang="zh-CN" sz="2400" dirty="0">
                <a:latin typeface="+mn-ea"/>
              </a:rPr>
              <a:t>4</a:t>
            </a:r>
            <a:r>
              <a:rPr kumimoji="1" lang="zh-CN" altLang="en-US" sz="2400" dirty="0">
                <a:latin typeface="+mn-ea"/>
              </a:rPr>
              <a:t>）迫使对软件体系结构做出更清楚的解释。</a:t>
            </a:r>
            <a:endParaRPr kumimoji="1" lang="en-US" altLang="zh-CN" sz="2400" dirty="0">
              <a:latin typeface="+mn-ea"/>
            </a:endParaRPr>
          </a:p>
          <a:p>
            <a:pPr lvl="1" algn="just" eaLnBrk="1" hangingPunct="1">
              <a:defRPr/>
            </a:pPr>
            <a:r>
              <a:rPr kumimoji="1" lang="zh-CN" altLang="en-US" sz="2400" dirty="0">
                <a:latin typeface="+mn-ea"/>
              </a:rPr>
              <a:t>（</a:t>
            </a:r>
            <a:r>
              <a:rPr kumimoji="1" lang="en-US" altLang="zh-CN" sz="2400" dirty="0">
                <a:latin typeface="+mn-ea"/>
              </a:rPr>
              <a:t>5</a:t>
            </a:r>
            <a:r>
              <a:rPr kumimoji="1" lang="zh-CN" altLang="en-US" sz="2400" dirty="0">
                <a:latin typeface="+mn-ea"/>
              </a:rPr>
              <a:t>）提高体系结构文档的质量。</a:t>
            </a:r>
            <a:endParaRPr kumimoji="1" lang="en-US" altLang="zh-CN" sz="2400" dirty="0">
              <a:latin typeface="+mn-ea"/>
            </a:endParaRPr>
          </a:p>
          <a:p>
            <a:pPr lvl="1" algn="just" eaLnBrk="1" hangingPunct="1">
              <a:defRPr/>
            </a:pPr>
            <a:r>
              <a:rPr kumimoji="1" lang="zh-CN" altLang="en-US" sz="2400" dirty="0">
                <a:latin typeface="+mn-ea"/>
              </a:rPr>
              <a:t>（</a:t>
            </a:r>
            <a:r>
              <a:rPr kumimoji="1" lang="en-US" altLang="zh-CN" sz="2400" dirty="0">
                <a:latin typeface="+mn-ea"/>
              </a:rPr>
              <a:t>6</a:t>
            </a:r>
            <a:r>
              <a:rPr kumimoji="1" lang="zh-CN" altLang="en-US" sz="2400" dirty="0">
                <a:latin typeface="+mn-ea"/>
              </a:rPr>
              <a:t>）发现项目之间交叉重用的可能性。</a:t>
            </a:r>
            <a:endParaRPr kumimoji="1" lang="en-US" altLang="zh-CN" sz="2400" dirty="0">
              <a:latin typeface="+mn-ea"/>
            </a:endParaRPr>
          </a:p>
          <a:p>
            <a:pPr lvl="1" algn="just" eaLnBrk="1" hangingPunct="1">
              <a:defRPr/>
            </a:pPr>
            <a:r>
              <a:rPr kumimoji="1" lang="zh-CN" altLang="en-US" sz="2400" dirty="0">
                <a:latin typeface="+mn-ea"/>
              </a:rPr>
              <a:t>（</a:t>
            </a:r>
            <a:r>
              <a:rPr kumimoji="1" lang="en-US" altLang="zh-CN" sz="2400" dirty="0">
                <a:latin typeface="+mn-ea"/>
              </a:rPr>
              <a:t>7</a:t>
            </a:r>
            <a:r>
              <a:rPr kumimoji="1" lang="zh-CN" altLang="en-US" sz="2400" dirty="0">
                <a:latin typeface="+mn-ea"/>
              </a:rPr>
              <a:t>）提高体系结构实践水平。</a:t>
            </a:r>
            <a:endParaRPr kumimoji="1" lang="en-US" altLang="zh-CN" sz="2400" dirty="0">
              <a:latin typeface="+mn-ea"/>
            </a:endParaRPr>
          </a:p>
        </p:txBody>
      </p:sp>
      <p:sp>
        <p:nvSpPr>
          <p:cNvPr id="48132" name="灯片编号占位符 3">
            <a:extLst>
              <a:ext uri="{FF2B5EF4-FFF2-40B4-BE49-F238E27FC236}">
                <a16:creationId xmlns:a16="http://schemas.microsoft.com/office/drawing/2014/main" id="{0A62F0AF-8E94-4BFD-A8F7-C3F7BB61073A}"/>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A3CF1A2E-50A5-4D22-9A74-31685160026D}" type="slidenum">
              <a:rPr lang="en-US" altLang="zh-CN">
                <a:solidFill>
                  <a:srgbClr val="B5A788"/>
                </a:solidFill>
              </a:rPr>
              <a:pPr/>
              <a:t>40</a:t>
            </a:fld>
            <a:endParaRPr lang="en-US" altLang="zh-CN">
              <a:solidFill>
                <a:srgbClr val="B5A788"/>
              </a:solidFill>
            </a:endParaRPr>
          </a:p>
        </p:txBody>
      </p:sp>
    </p:spTree>
  </p:cSld>
  <p:clrMapOvr>
    <a:masterClrMapping/>
  </p:clrMapOvr>
  <p:transition>
    <p:wipe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9691F9-4270-48BA-82A3-2EBD0B68ECF2}"/>
              </a:ext>
            </a:extLst>
          </p:cNvPr>
          <p:cNvSpPr>
            <a:spLocks noGrp="1"/>
          </p:cNvSpPr>
          <p:nvPr>
            <p:ph type="title"/>
          </p:nvPr>
        </p:nvSpPr>
        <p:spPr/>
        <p:txBody>
          <a:bodyPr/>
          <a:lstStyle/>
          <a:p>
            <a:pPr>
              <a:defRPr/>
            </a:pPr>
            <a:r>
              <a:rPr lang="zh-CN" altLang="en-US" dirty="0"/>
              <a:t>小结</a:t>
            </a:r>
          </a:p>
        </p:txBody>
      </p:sp>
      <p:sp>
        <p:nvSpPr>
          <p:cNvPr id="49155" name="内容占位符 2">
            <a:extLst>
              <a:ext uri="{FF2B5EF4-FFF2-40B4-BE49-F238E27FC236}">
                <a16:creationId xmlns:a16="http://schemas.microsoft.com/office/drawing/2014/main" id="{40638A7E-218A-4D55-B545-2752E4D2C103}"/>
              </a:ext>
            </a:extLst>
          </p:cNvPr>
          <p:cNvSpPr>
            <a:spLocks noGrp="1"/>
          </p:cNvSpPr>
          <p:nvPr>
            <p:ph idx="1"/>
          </p:nvPr>
        </p:nvSpPr>
        <p:spPr/>
        <p:txBody>
          <a:bodyPr/>
          <a:lstStyle/>
          <a:p>
            <a:r>
              <a:rPr lang="zh-CN" altLang="en-US" dirty="0"/>
              <a:t>本章着重描述了软件体系结构质量，包括外部质量和内部质量两类，因为从严格意义上讲，软件体系结构质量保障是属于软件开发早期阶段的质量保障，它不仅包含软件体系结构自身的质量（是指软件体系结构模型、文档、数据和图表的质量），也包含基于该软件体系结构的最终软件产品的质量。</a:t>
            </a:r>
          </a:p>
          <a:p>
            <a:endParaRPr lang="zh-CN" altLang="en-US" dirty="0"/>
          </a:p>
        </p:txBody>
      </p:sp>
      <p:sp>
        <p:nvSpPr>
          <p:cNvPr id="49156" name="灯片编号占位符 3">
            <a:extLst>
              <a:ext uri="{FF2B5EF4-FFF2-40B4-BE49-F238E27FC236}">
                <a16:creationId xmlns:a16="http://schemas.microsoft.com/office/drawing/2014/main" id="{7C18B089-34A2-48A1-B426-232BE468E316}"/>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ea typeface="宋体" panose="02010600030101010101" pitchFamily="2" charset="-122"/>
              </a:defRPr>
            </a:lvl1pPr>
            <a:lvl2pPr marL="742950" indent="-285750">
              <a:defRPr>
                <a:solidFill>
                  <a:schemeClr val="tx1"/>
                </a:solidFill>
                <a:latin typeface="Garamond" panose="02020404030301010803" pitchFamily="18" charset="0"/>
                <a:ea typeface="宋体" panose="02010600030101010101" pitchFamily="2" charset="-122"/>
              </a:defRPr>
            </a:lvl2pPr>
            <a:lvl3pPr marL="1143000" indent="-228600">
              <a:defRPr>
                <a:solidFill>
                  <a:schemeClr val="tx1"/>
                </a:solidFill>
                <a:latin typeface="Garamond" panose="02020404030301010803" pitchFamily="18" charset="0"/>
                <a:ea typeface="宋体" panose="02010600030101010101" pitchFamily="2" charset="-122"/>
              </a:defRPr>
            </a:lvl3pPr>
            <a:lvl4pPr marL="1600200" indent="-228600">
              <a:defRPr>
                <a:solidFill>
                  <a:schemeClr val="tx1"/>
                </a:solidFill>
                <a:latin typeface="Garamond" panose="02020404030301010803" pitchFamily="18" charset="0"/>
                <a:ea typeface="宋体" panose="02010600030101010101" pitchFamily="2" charset="-122"/>
              </a:defRPr>
            </a:lvl4pPr>
            <a:lvl5pPr marL="2057400" indent="-228600">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宋体" panose="02010600030101010101" pitchFamily="2" charset="-122"/>
              </a:defRPr>
            </a:lvl9pPr>
          </a:lstStyle>
          <a:p>
            <a:fld id="{1791D03E-4163-4FDF-B431-71D9B6467201}" type="slidenum">
              <a:rPr lang="en-US" altLang="zh-CN">
                <a:solidFill>
                  <a:srgbClr val="B5A788"/>
                </a:solidFill>
              </a:rPr>
              <a:pPr/>
              <a:t>41</a:t>
            </a:fld>
            <a:endParaRPr lang="en-US" altLang="zh-CN">
              <a:solidFill>
                <a:srgbClr val="B5A788"/>
              </a:solidFill>
            </a:endParaRPr>
          </a:p>
        </p:txBody>
      </p:sp>
    </p:spTree>
  </p:cSld>
  <p:clrMapOvr>
    <a:masterClrMapping/>
  </p:clrMapOvr>
  <p:transition>
    <p:wipe dir="u"/>
  </p:transition>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7775</TotalTime>
  <Words>3028</Words>
  <Application>Microsoft Office PowerPoint</Application>
  <PresentationFormat>全屏显示(4:3)</PresentationFormat>
  <Paragraphs>284</Paragraphs>
  <Slides>41</Slides>
  <Notes>1</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1</vt:i4>
      </vt:variant>
      <vt:variant>
        <vt:lpstr>幻灯片标题</vt:lpstr>
      </vt:variant>
      <vt:variant>
        <vt:i4>41</vt:i4>
      </vt:variant>
    </vt:vector>
  </HeadingPairs>
  <TitlesOfParts>
    <vt:vector size="55" baseType="lpstr">
      <vt:lpstr>黑体</vt:lpstr>
      <vt:lpstr>华文中宋</vt:lpstr>
      <vt:lpstr>楷体_GB2312</vt:lpstr>
      <vt:lpstr>宋体</vt:lpstr>
      <vt:lpstr>Arial</vt:lpstr>
      <vt:lpstr>Arial Black</vt:lpstr>
      <vt:lpstr>Calibri</vt:lpstr>
      <vt:lpstr>Calibri Light</vt:lpstr>
      <vt:lpstr>Garamond</vt:lpstr>
      <vt:lpstr>Times New Roman</vt:lpstr>
      <vt:lpstr>Wingdings</vt:lpstr>
      <vt:lpstr>Pixel</vt:lpstr>
      <vt:lpstr>Office 主题</vt:lpstr>
      <vt:lpstr>Visio</vt:lpstr>
      <vt:lpstr>软件体系结构 </vt:lpstr>
      <vt:lpstr>软件体系结构质量</vt:lpstr>
      <vt:lpstr>引言（1）</vt:lpstr>
      <vt:lpstr>引言（2）</vt:lpstr>
      <vt:lpstr>引言（3）</vt:lpstr>
      <vt:lpstr>软件体系结构与质量属性（1）</vt:lpstr>
      <vt:lpstr>软件体系结构与质量属性（2）</vt:lpstr>
      <vt:lpstr>软件体系结构与质量属性（3）</vt:lpstr>
      <vt:lpstr>软件体系结构与质量属性（4）</vt:lpstr>
      <vt:lpstr>软件体系结构质量指标</vt:lpstr>
      <vt:lpstr>内部质量指标（1）</vt:lpstr>
      <vt:lpstr>内部质量指标（2）</vt:lpstr>
      <vt:lpstr>内部质量指标（3）</vt:lpstr>
      <vt:lpstr>内部质量指标（4）</vt:lpstr>
      <vt:lpstr>内部质量指标（5）</vt:lpstr>
      <vt:lpstr>内部质量指标（6）</vt:lpstr>
      <vt:lpstr>内部质量指标（7）</vt:lpstr>
      <vt:lpstr>外部质量指标（1）</vt:lpstr>
      <vt:lpstr>外部质量指标（2）</vt:lpstr>
      <vt:lpstr>外部质量指标（3）</vt:lpstr>
      <vt:lpstr>外部质量指标（4）</vt:lpstr>
      <vt:lpstr>外部质量指标（5）</vt:lpstr>
      <vt:lpstr>外部质量指标（6）</vt:lpstr>
      <vt:lpstr>外部质量指标（7）</vt:lpstr>
      <vt:lpstr>外部质量指标（8）</vt:lpstr>
      <vt:lpstr>外部质量指标（9）</vt:lpstr>
      <vt:lpstr>外部质量指标（10）</vt:lpstr>
      <vt:lpstr>外部质量指标（11）</vt:lpstr>
      <vt:lpstr>软件体系结构质量保障和评估方法</vt:lpstr>
      <vt:lpstr>评估准备（1）</vt:lpstr>
      <vt:lpstr>评估准备（2）</vt:lpstr>
      <vt:lpstr>风险承担者</vt:lpstr>
      <vt:lpstr>风险承担者</vt:lpstr>
      <vt:lpstr>参与者</vt:lpstr>
      <vt:lpstr>评估时机</vt:lpstr>
      <vt:lpstr>评估技术（1）</vt:lpstr>
      <vt:lpstr>评估技术（2）</vt:lpstr>
      <vt:lpstr>评估技术（3）</vt:lpstr>
      <vt:lpstr>评估技术（4）</vt:lpstr>
      <vt:lpstr>软件体系结构评估的收益与成本</vt:lpstr>
      <vt:lpstr>小结</vt:lpstr>
    </vt:vector>
  </TitlesOfParts>
  <Company>华北电力大学计算机系</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软件工程概论</dc:title>
  <dc:creator>sma</dc:creator>
  <cp:lastModifiedBy>lixuansong</cp:lastModifiedBy>
  <cp:revision>492</cp:revision>
  <dcterms:created xsi:type="dcterms:W3CDTF">1999-03-03T13:56:28Z</dcterms:created>
  <dcterms:modified xsi:type="dcterms:W3CDTF">2021-06-23T16:31:09Z</dcterms:modified>
</cp:coreProperties>
</file>